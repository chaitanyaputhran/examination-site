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7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FF"/>
                </a:solidFill>
              </a:defRPr>
            </a:pPr>
            <a:r>
              <a:t>Modern Online Examination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114800" cy="475488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4114800" cy="475488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</a:defRPr>
            </a:pPr>
            <a:r>
              <a:t>⚙️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⚛️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☕ Java 17</a:t>
            </a: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🍃 Spring Boot 3.2.0</a:t>
            </a:r>
          </a:p>
          <a:p>
            <a:pPr lvl="1"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• Spring Security + JWT</a:t>
            </a:r>
          </a:p>
          <a:p>
            <a:pPr lvl="1"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• Spring Data JPA</a:t>
            </a:r>
          </a:p>
          <a:p>
            <a:pPr lvl="1"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• Spring Mail</a:t>
            </a: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🗄️ MySQL 8.0</a:t>
            </a: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📦 Maven</a:t>
            </a: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📄 iText7 (PDF)</a:t>
            </a:r>
          </a:p>
          <a:p>
            <a:pPr>
              <a:spcBef>
                <a:spcPts val="800"/>
              </a:spcBef>
              <a:defRPr sz="2000" b="1">
                <a:solidFill>
                  <a:srgbClr val="1E293B"/>
                </a:solidFill>
              </a:defRPr>
            </a:pPr>
            <a:r>
              <a:t>🔒 BCrypt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688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⚛️ React 18.2.0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🎨 Tailwind CSS 3.3.6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🔀 React Router 6.20.0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📡 Axios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📊 Recharts 2.10.3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🔔 React Hot Toast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⚡ Vite 5.0.8</a:t>
            </a:r>
          </a:p>
          <a:p>
            <a:pPr>
              <a:spcBef>
                <a:spcPts val="1000"/>
              </a:spcBef>
              <a:defRPr sz="2000" b="1">
                <a:solidFill>
                  <a:srgbClr val="1E293B"/>
                </a:solidFill>
              </a:defRPr>
            </a:pPr>
            <a:r>
              <a:t>📦 npm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✨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114800" cy="192024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🔐 Secure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JWT-based authentication with role-based access control (Admin &amp; Student)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4114800" cy="1920240"/>
          </a:xfrm>
          <a:prstGeom prst="roundRect">
            <a:avLst/>
          </a:prstGeom>
          <a:solidFill>
            <a:srgbClr val="ECFEFF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📝 Test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Create tests with MCQ questions, set duration, marks, and passing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4114800" cy="192024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⚡ Real-time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Live countdown timer, auto-save answers, and automatic submission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749039"/>
            <a:ext cx="4114800" cy="1920240"/>
          </a:xfrm>
          <a:prstGeom prst="roundRect">
            <a:avLst/>
          </a:prstGeom>
          <a:solidFill>
            <a:srgbClr val="FEF9C3"/>
          </a:solidFill>
          <a:ln w="317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AB308"/>
                </a:solidFill>
              </a:defRPr>
            </a:pPr>
            <a:r>
              <a:t>🔄 Unlimited Retakes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3891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Students can retake any test unlimited times to improve their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52160"/>
            <a:ext cx="4114800" cy="192024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📊 Rich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Comprehensive dashboard with user, test, and performance 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852160"/>
            <a:ext cx="4114800" cy="1920240"/>
          </a:xfrm>
          <a:prstGeom prst="roundRect">
            <a:avLst/>
          </a:prstGeom>
          <a:solidFill>
            <a:srgbClr val="F3E8FF"/>
          </a:solidFill>
          <a:ln w="317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5989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📧 Email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6492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Automated PDF generation and email delivery of detailed test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🎯 Advanced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114800" cy="192024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👥 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Create and manage admin and student accounts with activation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4114800" cy="1920240"/>
          </a:xfrm>
          <a:prstGeom prst="roundRect">
            <a:avLst/>
          </a:prstGeom>
          <a:solidFill>
            <a:srgbClr val="ECFEFF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📚 Subject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Organize tests by subjects/categories for better content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4114800" cy="192024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📈 Performance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Subject-wise analytics, attempt history, and score comparisons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749039"/>
            <a:ext cx="4114800" cy="1920240"/>
          </a:xfrm>
          <a:prstGeom prst="roundRect">
            <a:avLst/>
          </a:prstGeom>
          <a:solidFill>
            <a:srgbClr val="FEF9C3"/>
          </a:solidFill>
          <a:ln w="317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AB308"/>
                </a:solidFill>
              </a:defRPr>
            </a:pPr>
            <a:r>
              <a:t>✍️ Flexible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3891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Navigate freely between questions, flag for review during exams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52160"/>
            <a:ext cx="4114800" cy="192024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🎨 Responsive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Modern, mobile-friendly interface built with Tailwind 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852160"/>
            <a:ext cx="4114800" cy="1920240"/>
          </a:xfrm>
          <a:prstGeom prst="roundRect">
            <a:avLst/>
          </a:prstGeom>
          <a:solidFill>
            <a:srgbClr val="F3E8FF"/>
          </a:solidFill>
          <a:ln w="317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5989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🛡️ Data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6492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BCrypt password hashing, SQL injection prevention, CORS protection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A7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4572000"/>
            <a:ext cx="4572000" cy="4572000"/>
          </a:xfrm>
          <a:prstGeom prst="ellipse">
            <a:avLst/>
          </a:prstGeom>
          <a:solidFill>
            <a:srgbClr val="1A7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E6FF"/>
                </a:solidFill>
              </a:defRPr>
            </a:pPr>
            <a:r>
              <a:t>Examination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E6FF"/>
                </a:solidFill>
              </a:defRPr>
            </a:pPr>
            <a:r>
              <a:t>Modern Online Examination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