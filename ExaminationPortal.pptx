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Calibri (MS) Bold" charset="1" panose="020F0702030404030204"/>
      <p:regular r:id="rId19"/>
    </p:embeddedFont>
    <p:embeddedFont>
      <p:font typeface="Calibri (MS)" charset="1" panose="020F0502020204030204"/>
      <p:regular r:id="rId20"/>
    </p:embeddedFont>
    <p:embeddedFont>
      <p:font typeface="Calibri (MS) Bold Italics" charset="1" panose="020F07020304040A0204"/>
      <p:regular r:id="rId21"/>
    </p:embeddedFont>
    <p:embeddedFont>
      <p:font typeface="Calibri (MS) Italics" charset="1" panose="020F05020202040A0204"/>
      <p:regular r:id="rId26"/>
    </p:embeddedFont>
    <p:embeddedFont>
      <p:font typeface="Libre Baskerville" charset="1" panose="02000000000000000000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notesSlides/notesSlide5.xml" Type="http://schemas.openxmlformats.org/officeDocument/2006/relationships/notesSlide"/><Relationship Id="rId26" Target="fonts/font26.fntdata" Type="http://schemas.openxmlformats.org/officeDocument/2006/relationships/font"/><Relationship Id="rId27" Target="notesSlides/notesSlide6.xml" Type="http://schemas.openxmlformats.org/officeDocument/2006/relationships/notesSlide"/><Relationship Id="rId28" Target="notesSlides/notesSlide7.xml" Type="http://schemas.openxmlformats.org/officeDocument/2006/relationships/notesSlide"/><Relationship Id="rId29" Target="notesSlides/notesSlide8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9.xml" Type="http://schemas.openxmlformats.org/officeDocument/2006/relationships/notesSlide"/><Relationship Id="rId31" Target="notesSlides/notesSlide10.xml" Type="http://schemas.openxmlformats.org/officeDocument/2006/relationships/notesSlide"/><Relationship Id="rId32" Target="fonts/font32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3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3.jpe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3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3.jpe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Relationship Id="rId8" Target="../media/image10.pn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3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3.jpeg" Type="http://schemas.openxmlformats.org/officeDocument/2006/relationships/image"/><Relationship Id="rId4" Target="../media/image11.pn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3.jpe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3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0632443" cy="10312403"/>
            <a:chOff x="0" y="0"/>
            <a:chExt cx="14176591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176629" cy="13749910"/>
            </a:xfrm>
            <a:custGeom>
              <a:avLst/>
              <a:gdLst/>
              <a:ahLst/>
              <a:cxnLst/>
              <a:rect r="r" b="b" t="t" l="l"/>
              <a:pathLst>
                <a:path h="13749910" w="14176629">
                  <a:moveTo>
                    <a:pt x="0" y="0"/>
                  </a:moveTo>
                  <a:lnTo>
                    <a:pt x="14176629" y="0"/>
                  </a:lnTo>
                  <a:lnTo>
                    <a:pt x="14176629" y="13749910"/>
                  </a:lnTo>
                  <a:lnTo>
                    <a:pt x="0" y="13749910"/>
                  </a:lnTo>
                  <a:close/>
                </a:path>
              </a:pathLst>
            </a:custGeom>
            <a:solidFill>
              <a:srgbClr val="162D4A"/>
            </a:solidFill>
            <a:ln w="25400" cap="sq">
              <a:solidFill>
                <a:srgbClr val="162D4A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0594343" y="-12697"/>
            <a:ext cx="171707" cy="10312403"/>
            <a:chOff x="0" y="0"/>
            <a:chExt cx="228943" cy="1374987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8981" cy="13749910"/>
            </a:xfrm>
            <a:custGeom>
              <a:avLst/>
              <a:gdLst/>
              <a:ahLst/>
              <a:cxnLst/>
              <a:rect r="r" b="b" t="t" l="l"/>
              <a:pathLst>
                <a:path h="13749910" w="228981">
                  <a:moveTo>
                    <a:pt x="0" y="0"/>
                  </a:moveTo>
                  <a:lnTo>
                    <a:pt x="228981" y="0"/>
                  </a:lnTo>
                  <a:lnTo>
                    <a:pt x="228981" y="13749910"/>
                  </a:lnTo>
                  <a:lnTo>
                    <a:pt x="0" y="13749910"/>
                  </a:lnTo>
                  <a:close/>
                </a:path>
              </a:pathLst>
            </a:custGeom>
            <a:solidFill>
              <a:srgbClr val="00B4D8"/>
            </a:solidFill>
            <a:ln w="25400" cap="sq">
              <a:solidFill>
                <a:srgbClr val="00B4D8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8216903" y="-1475737"/>
            <a:ext cx="4597403" cy="4597403"/>
            <a:chOff x="0" y="0"/>
            <a:chExt cx="6129871" cy="612987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129909" cy="6129909"/>
            </a:xfrm>
            <a:custGeom>
              <a:avLst/>
              <a:gdLst/>
              <a:ahLst/>
              <a:cxnLst/>
              <a:rect r="r" b="b" t="t" l="l"/>
              <a:pathLst>
                <a:path h="6129909" w="6129909">
                  <a:moveTo>
                    <a:pt x="0" y="3064891"/>
                  </a:moveTo>
                  <a:cubicBezTo>
                    <a:pt x="0" y="1372235"/>
                    <a:pt x="1372235" y="0"/>
                    <a:pt x="3064891" y="0"/>
                  </a:cubicBezTo>
                  <a:cubicBezTo>
                    <a:pt x="4757547" y="0"/>
                    <a:pt x="6129909" y="1372235"/>
                    <a:pt x="6129909" y="3064891"/>
                  </a:cubicBezTo>
                  <a:cubicBezTo>
                    <a:pt x="6129909" y="4757547"/>
                    <a:pt x="4757674" y="6129909"/>
                    <a:pt x="3064891" y="6129909"/>
                  </a:cubicBezTo>
                  <a:cubicBezTo>
                    <a:pt x="1372108" y="6129909"/>
                    <a:pt x="0" y="4757674"/>
                    <a:pt x="0" y="3064891"/>
                  </a:cubicBezTo>
                  <a:close/>
                </a:path>
              </a:pathLst>
            </a:custGeom>
            <a:solidFill>
              <a:srgbClr val="1E3A5F">
                <a:alpha val="48627"/>
              </a:srgbClr>
            </a:solidFill>
            <a:ln w="25400" cap="sq">
              <a:solidFill>
                <a:srgbClr val="1E3A5F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7302503" y="6936743"/>
            <a:ext cx="6426203" cy="6426203"/>
            <a:chOff x="0" y="0"/>
            <a:chExt cx="8568271" cy="856827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568309" cy="8568309"/>
            </a:xfrm>
            <a:custGeom>
              <a:avLst/>
              <a:gdLst/>
              <a:ahLst/>
              <a:cxnLst/>
              <a:rect r="r" b="b" t="t" l="l"/>
              <a:pathLst>
                <a:path h="8568309" w="8568309">
                  <a:moveTo>
                    <a:pt x="0" y="4284091"/>
                  </a:moveTo>
                  <a:cubicBezTo>
                    <a:pt x="0" y="1918081"/>
                    <a:pt x="1918081" y="0"/>
                    <a:pt x="4284091" y="0"/>
                  </a:cubicBezTo>
                  <a:cubicBezTo>
                    <a:pt x="6650101" y="0"/>
                    <a:pt x="8568309" y="1918081"/>
                    <a:pt x="8568309" y="4284091"/>
                  </a:cubicBezTo>
                  <a:cubicBezTo>
                    <a:pt x="8568309" y="6650101"/>
                    <a:pt x="6650228" y="8568309"/>
                    <a:pt x="4284091" y="8568309"/>
                  </a:cubicBezTo>
                  <a:cubicBezTo>
                    <a:pt x="1917953" y="8568309"/>
                    <a:pt x="0" y="6650228"/>
                    <a:pt x="0" y="4284091"/>
                  </a:cubicBezTo>
                  <a:close/>
                </a:path>
              </a:pathLst>
            </a:custGeom>
            <a:solidFill>
              <a:srgbClr val="162D4A">
                <a:alpha val="63922"/>
              </a:srgbClr>
            </a:solidFill>
            <a:ln w="25400" cap="sq">
              <a:solidFill>
                <a:srgbClr val="162D4A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2801600" y="1280160"/>
            <a:ext cx="3291840" cy="2560320"/>
            <a:chOff x="0" y="0"/>
            <a:chExt cx="4389120" cy="3413760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4389120" cy="3413760"/>
            </a:xfrm>
            <a:custGeom>
              <a:avLst/>
              <a:gdLst/>
              <a:ahLst/>
              <a:cxnLst/>
              <a:rect r="r" b="b" t="t" l="l"/>
              <a:pathLst>
                <a:path h="341376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3413760"/>
                  </a:lnTo>
                  <a:lnTo>
                    <a:pt x="0" y="3413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4285" r="0" b="-14285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361920" y="914400"/>
            <a:ext cx="1828800" cy="1463040"/>
            <a:chOff x="0" y="0"/>
            <a:chExt cx="2438400" cy="1950720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2438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50720"/>
                  </a:lnTo>
                  <a:lnTo>
                    <a:pt x="0" y="1950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2499" r="0" b="-12499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14400" y="2194560"/>
            <a:ext cx="9326880" cy="1645920"/>
            <a:chOff x="0" y="0"/>
            <a:chExt cx="12435840" cy="21945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43584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2435840">
                  <a:moveTo>
                    <a:pt x="0" y="0"/>
                  </a:moveTo>
                  <a:lnTo>
                    <a:pt x="12435840" y="0"/>
                  </a:lnTo>
                  <a:lnTo>
                    <a:pt x="1243584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0415" r="0" b="-6041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52400"/>
              <a:ext cx="12435840" cy="2346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120"/>
                </a:lnSpc>
              </a:pPr>
              <a:r>
                <a:rPr lang="en-US" sz="7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Examination Portal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01703" y="3827783"/>
            <a:ext cx="4597403" cy="135131"/>
            <a:chOff x="0" y="0"/>
            <a:chExt cx="6129871" cy="18017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129909" cy="180213"/>
            </a:xfrm>
            <a:custGeom>
              <a:avLst/>
              <a:gdLst/>
              <a:ahLst/>
              <a:cxnLst/>
              <a:rect r="r" b="b" t="t" l="l"/>
              <a:pathLst>
                <a:path h="180213" w="6129909">
                  <a:moveTo>
                    <a:pt x="0" y="0"/>
                  </a:moveTo>
                  <a:lnTo>
                    <a:pt x="6129909" y="0"/>
                  </a:lnTo>
                  <a:lnTo>
                    <a:pt x="6129909" y="180213"/>
                  </a:lnTo>
                  <a:lnTo>
                    <a:pt x="0" y="180213"/>
                  </a:lnTo>
                  <a:close/>
                </a:path>
              </a:pathLst>
            </a:custGeom>
            <a:solidFill>
              <a:srgbClr val="00B4D8"/>
            </a:solidFill>
            <a:ln w="25400" cap="sq">
              <a:solidFill>
                <a:srgbClr val="00B4D8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914400" y="4114800"/>
            <a:ext cx="9326880" cy="914400"/>
            <a:chOff x="0" y="0"/>
            <a:chExt cx="12435840" cy="1219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4358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435840">
                  <a:moveTo>
                    <a:pt x="0" y="0"/>
                  </a:moveTo>
                  <a:lnTo>
                    <a:pt x="12435840" y="0"/>
                  </a:lnTo>
                  <a:lnTo>
                    <a:pt x="124358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48747" r="0" b="-148747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66675"/>
              <a:ext cx="1243584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400">
                  <a:solidFill>
                    <a:srgbClr val="A8D4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Online Exam Management System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01703" y="5473703"/>
            <a:ext cx="7706363" cy="976379"/>
            <a:chOff x="0" y="0"/>
            <a:chExt cx="10275151" cy="130183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275189" cy="1301877"/>
            </a:xfrm>
            <a:custGeom>
              <a:avLst/>
              <a:gdLst/>
              <a:ahLst/>
              <a:cxnLst/>
              <a:rect r="r" b="b" t="t" l="l"/>
              <a:pathLst>
                <a:path h="1301877" w="10275189">
                  <a:moveTo>
                    <a:pt x="0" y="0"/>
                  </a:moveTo>
                  <a:lnTo>
                    <a:pt x="10275189" y="0"/>
                  </a:lnTo>
                  <a:lnTo>
                    <a:pt x="10275189" y="1301877"/>
                  </a:lnTo>
                  <a:lnTo>
                    <a:pt x="0" y="1301877"/>
                  </a:lnTo>
                  <a:close/>
                </a:path>
              </a:pathLst>
            </a:custGeom>
            <a:solidFill>
              <a:srgbClr val="00B4D8">
                <a:alpha val="63922"/>
              </a:srgbClr>
            </a:solidFill>
            <a:ln w="25400" cap="sq">
              <a:solidFill>
                <a:srgbClr val="00B4D8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914400" y="5473703"/>
            <a:ext cx="7680960" cy="963673"/>
            <a:chOff x="0" y="0"/>
            <a:chExt cx="10241280" cy="128489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241280" cy="1284897"/>
            </a:xfrm>
            <a:custGeom>
              <a:avLst/>
              <a:gdLst/>
              <a:ahLst/>
              <a:cxnLst/>
              <a:rect r="r" b="b" t="t" l="l"/>
              <a:pathLst>
                <a:path h="1284897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284897"/>
                  </a:lnTo>
                  <a:lnTo>
                    <a:pt x="0" y="128489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7862" r="0" b="-102749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10241280" cy="13420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b="true" sz="2600" i="true">
                  <a:solidFill>
                    <a:srgbClr val="FFFFFF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Streamlined.  Automated.  Insightful.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27106" y="6897757"/>
            <a:ext cx="9144000" cy="1395338"/>
            <a:chOff x="0" y="0"/>
            <a:chExt cx="12192000" cy="186045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2192000" cy="1860451"/>
            </a:xfrm>
            <a:custGeom>
              <a:avLst/>
              <a:gdLst/>
              <a:ahLst/>
              <a:cxnLst/>
              <a:rect r="r" b="b" t="t" l="l"/>
              <a:pathLst>
                <a:path h="1860451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1860451"/>
                  </a:lnTo>
                  <a:lnTo>
                    <a:pt x="0" y="186045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8030" r="0" b="-4735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66675"/>
              <a:ext cx="12192000" cy="19271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7BAE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Presented by: </a:t>
              </a:r>
            </a:p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7BAE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Chaitanya (2025SL93013)</a:t>
              </a:r>
            </a:p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7BAE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Sameer Saxena (2025SL93009)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1338560" y="5762625"/>
            <a:ext cx="6400800" cy="1483407"/>
            <a:chOff x="0" y="0"/>
            <a:chExt cx="8534400" cy="197787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534400" cy="1977876"/>
            </a:xfrm>
            <a:custGeom>
              <a:avLst/>
              <a:gdLst/>
              <a:ahLst/>
              <a:cxnLst/>
              <a:rect r="r" b="b" t="t" l="l"/>
              <a:pathLst>
                <a:path h="1977876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977876"/>
                  </a:lnTo>
                  <a:lnTo>
                    <a:pt x="0" y="197787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4763" r="0" b="-3339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85725"/>
              <a:ext cx="8534400" cy="20636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040"/>
                </a:lnSpc>
              </a:pPr>
              <a:r>
                <a:rPr lang="en-US" sz="4200">
                  <a:solidFill>
                    <a:srgbClr val="7BAE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Full Stack Application</a:t>
              </a:r>
            </a:p>
            <a:p>
              <a:pPr algn="ctr">
                <a:lnSpc>
                  <a:spcPts val="5040"/>
                </a:lnSpc>
              </a:pPr>
              <a:r>
                <a:rPr lang="en-US" sz="4200">
                  <a:solidFill>
                    <a:srgbClr val="7BAE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Development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7178023" y="9314183"/>
            <a:ext cx="665483" cy="665483"/>
            <a:chOff x="0" y="0"/>
            <a:chExt cx="887311" cy="88731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87349" cy="887349"/>
            </a:xfrm>
            <a:custGeom>
              <a:avLst/>
              <a:gdLst/>
              <a:ahLst/>
              <a:cxnLst/>
              <a:rect r="r" b="b" t="t" l="l"/>
              <a:pathLst>
                <a:path h="887349" w="887349">
                  <a:moveTo>
                    <a:pt x="0" y="443611"/>
                  </a:moveTo>
                  <a:cubicBezTo>
                    <a:pt x="0" y="198628"/>
                    <a:pt x="198628" y="0"/>
                    <a:pt x="443611" y="0"/>
                  </a:cubicBezTo>
                  <a:cubicBezTo>
                    <a:pt x="688594" y="0"/>
                    <a:pt x="887349" y="198628"/>
                    <a:pt x="887349" y="443611"/>
                  </a:cubicBezTo>
                  <a:cubicBezTo>
                    <a:pt x="887349" y="688594"/>
                    <a:pt x="688721" y="887349"/>
                    <a:pt x="443611" y="887349"/>
                  </a:cubicBezTo>
                  <a:cubicBezTo>
                    <a:pt x="198501" y="887349"/>
                    <a:pt x="0" y="688721"/>
                    <a:pt x="0" y="443611"/>
                  </a:cubicBezTo>
                  <a:close/>
                </a:path>
              </a:pathLst>
            </a:custGeom>
            <a:solidFill>
              <a:srgbClr val="00B4D8"/>
            </a:solidFill>
            <a:ln w="25400" cap="sq">
              <a:solidFill>
                <a:srgbClr val="00B4D8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17190720" y="9290304"/>
            <a:ext cx="640080" cy="640080"/>
            <a:chOff x="0" y="0"/>
            <a:chExt cx="853440" cy="8534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8534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92964"/>
            <a:ext cx="18313403" cy="354587"/>
            <a:chOff x="0" y="0"/>
            <a:chExt cx="24417871" cy="4727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472821"/>
            </a:xfrm>
            <a:custGeom>
              <a:avLst/>
              <a:gdLst/>
              <a:ahLst/>
              <a:cxnLst/>
              <a:rect r="r" b="b" t="t" l="l"/>
              <a:pathLst>
                <a:path h="472821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472821"/>
                  </a:lnTo>
                  <a:lnTo>
                    <a:pt x="0" y="472821"/>
                  </a:lnTo>
                  <a:close/>
                </a:path>
              </a:pathLst>
            </a:custGeom>
            <a:solidFill>
              <a:srgbClr val="1E3A5F"/>
            </a:solidFill>
            <a:ln w="25400" cap="sq">
              <a:solidFill>
                <a:srgbClr val="1E3A5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18823" y="464953"/>
            <a:ext cx="153419" cy="1031243"/>
            <a:chOff x="0" y="0"/>
            <a:chExt cx="204559" cy="137499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4597" cy="1375029"/>
            </a:xfrm>
            <a:custGeom>
              <a:avLst/>
              <a:gdLst/>
              <a:ahLst/>
              <a:cxnLst/>
              <a:rect r="r" b="b" t="t" l="l"/>
              <a:pathLst>
                <a:path h="1375029" w="204597">
                  <a:moveTo>
                    <a:pt x="0" y="0"/>
                  </a:moveTo>
                  <a:lnTo>
                    <a:pt x="204597" y="0"/>
                  </a:lnTo>
                  <a:lnTo>
                    <a:pt x="204597" y="1375029"/>
                  </a:lnTo>
                  <a:lnTo>
                    <a:pt x="0" y="1375029"/>
                  </a:lnTo>
                  <a:close/>
                </a:path>
              </a:pathLst>
            </a:custGeom>
            <a:solidFill>
              <a:srgbClr val="00B4D8"/>
            </a:solidFill>
            <a:ln w="25400" cap="sq">
              <a:solidFill>
                <a:srgbClr val="00B4D8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005840" y="404498"/>
            <a:ext cx="16459200" cy="1188720"/>
            <a:chOff x="0" y="0"/>
            <a:chExt cx="21945600" cy="15849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792" r="0" b="-21979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04775"/>
              <a:ext cx="21945600" cy="16897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1E3A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About the Project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18823" y="1486919"/>
            <a:ext cx="16850363" cy="80267"/>
            <a:chOff x="0" y="0"/>
            <a:chExt cx="22467151" cy="10702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467188" cy="107061"/>
            </a:xfrm>
            <a:custGeom>
              <a:avLst/>
              <a:gdLst/>
              <a:ahLst/>
              <a:cxnLst/>
              <a:rect r="r" b="b" t="t" l="l"/>
              <a:pathLst>
                <a:path h="107061" w="22467188">
                  <a:moveTo>
                    <a:pt x="0" y="0"/>
                  </a:moveTo>
                  <a:lnTo>
                    <a:pt x="22467188" y="0"/>
                  </a:lnTo>
                  <a:lnTo>
                    <a:pt x="22467188" y="107061"/>
                  </a:lnTo>
                  <a:lnTo>
                    <a:pt x="0" y="107061"/>
                  </a:lnTo>
                  <a:close/>
                </a:path>
              </a:pathLst>
            </a:custGeom>
            <a:solidFill>
              <a:srgbClr val="F0F6FB"/>
            </a:solidFill>
            <a:ln w="25400" cap="sq">
              <a:solidFill>
                <a:srgbClr val="F0F6FB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718823" y="1907543"/>
            <a:ext cx="10083803" cy="1634747"/>
            <a:chOff x="0" y="0"/>
            <a:chExt cx="13445071" cy="217966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445110" cy="2179701"/>
            </a:xfrm>
            <a:custGeom>
              <a:avLst/>
              <a:gdLst/>
              <a:ahLst/>
              <a:cxnLst/>
              <a:rect r="r" b="b" t="t" l="l"/>
              <a:pathLst>
                <a:path h="2179701" w="13445110">
                  <a:moveTo>
                    <a:pt x="0" y="0"/>
                  </a:moveTo>
                  <a:lnTo>
                    <a:pt x="13445110" y="0"/>
                  </a:lnTo>
                  <a:lnTo>
                    <a:pt x="13445110" y="2179701"/>
                  </a:lnTo>
                  <a:lnTo>
                    <a:pt x="0" y="2179701"/>
                  </a:lnTo>
                  <a:close/>
                </a:path>
              </a:pathLst>
            </a:custGeom>
            <a:solidFill>
              <a:srgbClr val="F0F6FB"/>
            </a:solidFill>
            <a:ln w="25400" cap="sq">
              <a:solidFill>
                <a:srgbClr val="D0E8F5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718823" y="1907543"/>
            <a:ext cx="153419" cy="1634747"/>
            <a:chOff x="0" y="0"/>
            <a:chExt cx="204559" cy="217966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04597" cy="2179701"/>
            </a:xfrm>
            <a:custGeom>
              <a:avLst/>
              <a:gdLst/>
              <a:ahLst/>
              <a:cxnLst/>
              <a:rect r="r" b="b" t="t" l="l"/>
              <a:pathLst>
                <a:path h="2179701" w="204597">
                  <a:moveTo>
                    <a:pt x="0" y="0"/>
                  </a:moveTo>
                  <a:lnTo>
                    <a:pt x="204597" y="0"/>
                  </a:lnTo>
                  <a:lnTo>
                    <a:pt x="204597" y="2179701"/>
                  </a:lnTo>
                  <a:lnTo>
                    <a:pt x="0" y="2179701"/>
                  </a:lnTo>
                  <a:close/>
                </a:path>
              </a:pathLst>
            </a:custGeom>
            <a:solidFill>
              <a:srgbClr val="00B4D8"/>
            </a:solidFill>
            <a:ln w="25400" cap="sq">
              <a:solidFill>
                <a:srgbClr val="00B4D8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005840" y="2011680"/>
            <a:ext cx="9601200" cy="1426464"/>
            <a:chOff x="0" y="0"/>
            <a:chExt cx="12801600" cy="190195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801600" cy="1901952"/>
            </a:xfrm>
            <a:custGeom>
              <a:avLst/>
              <a:gdLst/>
              <a:ahLst/>
              <a:cxnLst/>
              <a:rect r="r" b="b" t="t" l="l"/>
              <a:pathLst>
                <a:path h="1901952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1149" r="0" b="-81149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2801600" cy="19400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A2A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Traditional exam systems are manual, error-prone, and lack real-time insights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18823" y="3827783"/>
            <a:ext cx="10083803" cy="1634747"/>
            <a:chOff x="0" y="0"/>
            <a:chExt cx="13445071" cy="217966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445110" cy="2179701"/>
            </a:xfrm>
            <a:custGeom>
              <a:avLst/>
              <a:gdLst/>
              <a:ahLst/>
              <a:cxnLst/>
              <a:rect r="r" b="b" t="t" l="l"/>
              <a:pathLst>
                <a:path h="2179701" w="13445110">
                  <a:moveTo>
                    <a:pt x="0" y="0"/>
                  </a:moveTo>
                  <a:lnTo>
                    <a:pt x="13445110" y="0"/>
                  </a:lnTo>
                  <a:lnTo>
                    <a:pt x="13445110" y="2179701"/>
                  </a:lnTo>
                  <a:lnTo>
                    <a:pt x="0" y="2179701"/>
                  </a:lnTo>
                  <a:close/>
                </a:path>
              </a:pathLst>
            </a:custGeom>
            <a:solidFill>
              <a:srgbClr val="F0F6FB"/>
            </a:solidFill>
            <a:ln w="25400" cap="sq">
              <a:solidFill>
                <a:srgbClr val="D0E8F5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718823" y="3827783"/>
            <a:ext cx="153419" cy="1634747"/>
            <a:chOff x="0" y="0"/>
            <a:chExt cx="204559" cy="217966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04597" cy="2179701"/>
            </a:xfrm>
            <a:custGeom>
              <a:avLst/>
              <a:gdLst/>
              <a:ahLst/>
              <a:cxnLst/>
              <a:rect r="r" b="b" t="t" l="l"/>
              <a:pathLst>
                <a:path h="2179701" w="204597">
                  <a:moveTo>
                    <a:pt x="0" y="0"/>
                  </a:moveTo>
                  <a:lnTo>
                    <a:pt x="204597" y="0"/>
                  </a:lnTo>
                  <a:lnTo>
                    <a:pt x="204597" y="2179701"/>
                  </a:lnTo>
                  <a:lnTo>
                    <a:pt x="0" y="2179701"/>
                  </a:lnTo>
                  <a:close/>
                </a:path>
              </a:pathLst>
            </a:custGeom>
            <a:solidFill>
              <a:srgbClr val="00B4D8"/>
            </a:solidFill>
            <a:ln w="25400" cap="sq">
              <a:solidFill>
                <a:srgbClr val="00B4D8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005840" y="3931920"/>
            <a:ext cx="9601200" cy="1426464"/>
            <a:chOff x="0" y="0"/>
            <a:chExt cx="12801600" cy="190195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2801600" cy="1901952"/>
            </a:xfrm>
            <a:custGeom>
              <a:avLst/>
              <a:gdLst/>
              <a:ahLst/>
              <a:cxnLst/>
              <a:rect r="r" b="b" t="t" l="l"/>
              <a:pathLst>
                <a:path h="1901952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1149" r="0" b="-81149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2801600" cy="19400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A2A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Students &amp; admins need a unified platform for exam creation, delivery, and tracking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718823" y="5748023"/>
            <a:ext cx="10083803" cy="1634747"/>
            <a:chOff x="0" y="0"/>
            <a:chExt cx="13445071" cy="217966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3445110" cy="2179701"/>
            </a:xfrm>
            <a:custGeom>
              <a:avLst/>
              <a:gdLst/>
              <a:ahLst/>
              <a:cxnLst/>
              <a:rect r="r" b="b" t="t" l="l"/>
              <a:pathLst>
                <a:path h="2179701" w="13445110">
                  <a:moveTo>
                    <a:pt x="0" y="0"/>
                  </a:moveTo>
                  <a:lnTo>
                    <a:pt x="13445110" y="0"/>
                  </a:lnTo>
                  <a:lnTo>
                    <a:pt x="13445110" y="2179701"/>
                  </a:lnTo>
                  <a:lnTo>
                    <a:pt x="0" y="2179701"/>
                  </a:lnTo>
                  <a:close/>
                </a:path>
              </a:pathLst>
            </a:custGeom>
            <a:solidFill>
              <a:srgbClr val="F0F6FB"/>
            </a:solidFill>
            <a:ln w="25400" cap="sq">
              <a:solidFill>
                <a:srgbClr val="D0E8F5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718823" y="5748023"/>
            <a:ext cx="153419" cy="1634747"/>
            <a:chOff x="0" y="0"/>
            <a:chExt cx="204559" cy="217966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04597" cy="2179701"/>
            </a:xfrm>
            <a:custGeom>
              <a:avLst/>
              <a:gdLst/>
              <a:ahLst/>
              <a:cxnLst/>
              <a:rect r="r" b="b" t="t" l="l"/>
              <a:pathLst>
                <a:path h="2179701" w="204597">
                  <a:moveTo>
                    <a:pt x="0" y="0"/>
                  </a:moveTo>
                  <a:lnTo>
                    <a:pt x="204597" y="0"/>
                  </a:lnTo>
                  <a:lnTo>
                    <a:pt x="204597" y="2179701"/>
                  </a:lnTo>
                  <a:lnTo>
                    <a:pt x="0" y="2179701"/>
                  </a:lnTo>
                  <a:close/>
                </a:path>
              </a:pathLst>
            </a:custGeom>
            <a:solidFill>
              <a:srgbClr val="00B4D8"/>
            </a:solidFill>
            <a:ln w="25400" cap="sq">
              <a:solidFill>
                <a:srgbClr val="00B4D8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005840" y="5852160"/>
            <a:ext cx="9601200" cy="1426464"/>
            <a:chOff x="0" y="0"/>
            <a:chExt cx="12801600" cy="190195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2801600" cy="1901952"/>
            </a:xfrm>
            <a:custGeom>
              <a:avLst/>
              <a:gdLst/>
              <a:ahLst/>
              <a:cxnLst/>
              <a:rect r="r" b="b" t="t" l="l"/>
              <a:pathLst>
                <a:path h="1901952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1149" r="0" b="-81149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2801600" cy="19400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A2A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This portal automates the entire examination lifecycle creation to results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18823" y="7704839"/>
            <a:ext cx="10083803" cy="1159259"/>
            <a:chOff x="0" y="0"/>
            <a:chExt cx="13445071" cy="154567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3444981" cy="1545590"/>
            </a:xfrm>
            <a:custGeom>
              <a:avLst/>
              <a:gdLst/>
              <a:ahLst/>
              <a:cxnLst/>
              <a:rect r="r" b="b" t="t" l="l"/>
              <a:pathLst>
                <a:path h="1545590" w="13444981">
                  <a:moveTo>
                    <a:pt x="0" y="199390"/>
                  </a:moveTo>
                  <a:cubicBezTo>
                    <a:pt x="0" y="89281"/>
                    <a:pt x="89281" y="0"/>
                    <a:pt x="199390" y="0"/>
                  </a:cubicBezTo>
                  <a:lnTo>
                    <a:pt x="13245592" y="0"/>
                  </a:lnTo>
                  <a:cubicBezTo>
                    <a:pt x="13355701" y="0"/>
                    <a:pt x="13444981" y="89281"/>
                    <a:pt x="13444981" y="199390"/>
                  </a:cubicBezTo>
                  <a:lnTo>
                    <a:pt x="13444981" y="1346200"/>
                  </a:lnTo>
                  <a:cubicBezTo>
                    <a:pt x="13444981" y="1456309"/>
                    <a:pt x="13355701" y="1545590"/>
                    <a:pt x="13245592" y="1545590"/>
                  </a:cubicBezTo>
                  <a:lnTo>
                    <a:pt x="199390" y="1545590"/>
                  </a:lnTo>
                  <a:cubicBezTo>
                    <a:pt x="89281" y="1545717"/>
                    <a:pt x="0" y="1456436"/>
                    <a:pt x="0" y="1346200"/>
                  </a:cubicBezTo>
                  <a:close/>
                </a:path>
              </a:pathLst>
            </a:custGeom>
            <a:solidFill>
              <a:srgbClr val="1E3A5F"/>
            </a:solidFill>
            <a:ln w="25400" cap="sq">
              <a:solidFill>
                <a:srgbClr val="1E3A5F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731520" y="7717536"/>
            <a:ext cx="10058400" cy="1133856"/>
            <a:chOff x="0" y="0"/>
            <a:chExt cx="13411200" cy="151180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3411200" cy="1511808"/>
            </a:xfrm>
            <a:custGeom>
              <a:avLst/>
              <a:gdLst/>
              <a:ahLst/>
              <a:cxnLst/>
              <a:rect r="r" b="b" t="t" l="l"/>
              <a:pathLst>
                <a:path h="1511808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851" r="0" b="-122851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13411200" cy="1549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🎓  Designed as a Full Stack Academic Project (BITS FSAD)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1508743" y="2364743"/>
            <a:ext cx="5877563" cy="1214123"/>
            <a:chOff x="0" y="0"/>
            <a:chExt cx="7836751" cy="161883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836789" cy="1618869"/>
            </a:xfrm>
            <a:custGeom>
              <a:avLst/>
              <a:gdLst/>
              <a:ahLst/>
              <a:cxnLst/>
              <a:rect r="r" b="b" t="t" l="l"/>
              <a:pathLst>
                <a:path h="1618869" w="7836789">
                  <a:moveTo>
                    <a:pt x="0" y="0"/>
                  </a:moveTo>
                  <a:lnTo>
                    <a:pt x="7836789" y="0"/>
                  </a:lnTo>
                  <a:lnTo>
                    <a:pt x="7836789" y="1618869"/>
                  </a:lnTo>
                  <a:lnTo>
                    <a:pt x="0" y="1618869"/>
                  </a:lnTo>
                  <a:close/>
                </a:path>
              </a:pathLst>
            </a:custGeom>
            <a:solidFill>
              <a:srgbClr val="00B4D8"/>
            </a:solidFill>
            <a:ln w="25400" cap="sq">
              <a:solidFill>
                <a:srgbClr val="00B4D8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1521440" y="2377440"/>
            <a:ext cx="5852160" cy="1188720"/>
            <a:chOff x="0" y="0"/>
            <a:chExt cx="7802880" cy="158496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8028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926" r="0" b="-45926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7802880" cy="1632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 Create Test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4428470" y="3547110"/>
            <a:ext cx="38100" cy="989076"/>
            <a:chOff x="0" y="0"/>
            <a:chExt cx="50800" cy="131876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0800" cy="1318768"/>
            </a:xfrm>
            <a:custGeom>
              <a:avLst/>
              <a:gdLst/>
              <a:ahLst/>
              <a:cxnLst/>
              <a:rect r="r" b="b" t="t" l="l"/>
              <a:pathLst>
                <a:path h="1318768" w="50800">
                  <a:moveTo>
                    <a:pt x="0" y="0"/>
                  </a:moveTo>
                  <a:lnTo>
                    <a:pt x="50800" y="1318768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3280760" t="0" r="-3280760" b="0"/>
              </a:stretch>
            </a:blipFill>
            <a:ln w="38100" cap="sq">
              <a:solidFill>
                <a:srgbClr val="64748B"/>
              </a:solidFill>
              <a:prstDash val="dash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3990320" y="3657600"/>
            <a:ext cx="914400" cy="731520"/>
            <a:chOff x="0" y="0"/>
            <a:chExt cx="1219200" cy="97536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219200" cy="975360"/>
            </a:xfrm>
            <a:custGeom>
              <a:avLst/>
              <a:gdLst/>
              <a:ahLst/>
              <a:cxnLst/>
              <a:rect r="r" b="b" t="t" l="l"/>
              <a:pathLst>
                <a:path h="97536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2642" t="0" r="-52642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121920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▼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1508743" y="4559303"/>
            <a:ext cx="5877563" cy="1214123"/>
            <a:chOff x="0" y="0"/>
            <a:chExt cx="7836751" cy="161883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836789" cy="1618869"/>
            </a:xfrm>
            <a:custGeom>
              <a:avLst/>
              <a:gdLst/>
              <a:ahLst/>
              <a:cxnLst/>
              <a:rect r="r" b="b" t="t" l="l"/>
              <a:pathLst>
                <a:path h="1618869" w="7836789">
                  <a:moveTo>
                    <a:pt x="0" y="0"/>
                  </a:moveTo>
                  <a:lnTo>
                    <a:pt x="7836789" y="0"/>
                  </a:lnTo>
                  <a:lnTo>
                    <a:pt x="7836789" y="1618869"/>
                  </a:lnTo>
                  <a:lnTo>
                    <a:pt x="0" y="1618869"/>
                  </a:lnTo>
                  <a:close/>
                </a:path>
              </a:pathLst>
            </a:custGeom>
            <a:solidFill>
              <a:srgbClr val="0077A8"/>
            </a:solidFill>
            <a:ln w="25400" cap="sq">
              <a:solidFill>
                <a:srgbClr val="0077A8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11521440" y="4572000"/>
            <a:ext cx="5852160" cy="1188720"/>
            <a:chOff x="0" y="0"/>
            <a:chExt cx="7802880" cy="158496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8028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926" r="0" b="-45926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47625"/>
              <a:ext cx="7802880" cy="1632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2. Take Exam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4428470" y="5741670"/>
            <a:ext cx="38100" cy="989076"/>
            <a:chOff x="0" y="0"/>
            <a:chExt cx="50800" cy="131876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0800" cy="1318768"/>
            </a:xfrm>
            <a:custGeom>
              <a:avLst/>
              <a:gdLst/>
              <a:ahLst/>
              <a:cxnLst/>
              <a:rect r="r" b="b" t="t" l="l"/>
              <a:pathLst>
                <a:path h="1318768" w="50800">
                  <a:moveTo>
                    <a:pt x="0" y="0"/>
                  </a:moveTo>
                  <a:lnTo>
                    <a:pt x="50800" y="1318768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3280760" t="0" r="-3280760" b="0"/>
              </a:stretch>
            </a:blipFill>
            <a:ln w="38100" cap="sq">
              <a:solidFill>
                <a:srgbClr val="64748B"/>
              </a:solidFill>
              <a:prstDash val="dash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13990320" y="5852160"/>
            <a:ext cx="914400" cy="731520"/>
            <a:chOff x="0" y="0"/>
            <a:chExt cx="1219200" cy="97536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219200" cy="975360"/>
            </a:xfrm>
            <a:custGeom>
              <a:avLst/>
              <a:gdLst/>
              <a:ahLst/>
              <a:cxnLst/>
              <a:rect r="r" b="b" t="t" l="l"/>
              <a:pathLst>
                <a:path h="97536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2642" t="0" r="-52642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121920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▼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1508743" y="6753863"/>
            <a:ext cx="5877563" cy="1214123"/>
            <a:chOff x="0" y="0"/>
            <a:chExt cx="7836751" cy="1618831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7836789" cy="1618869"/>
            </a:xfrm>
            <a:custGeom>
              <a:avLst/>
              <a:gdLst/>
              <a:ahLst/>
              <a:cxnLst/>
              <a:rect r="r" b="b" t="t" l="l"/>
              <a:pathLst>
                <a:path h="1618869" w="7836789">
                  <a:moveTo>
                    <a:pt x="0" y="0"/>
                  </a:moveTo>
                  <a:lnTo>
                    <a:pt x="7836789" y="0"/>
                  </a:lnTo>
                  <a:lnTo>
                    <a:pt x="7836789" y="1618869"/>
                  </a:lnTo>
                  <a:lnTo>
                    <a:pt x="0" y="1618869"/>
                  </a:lnTo>
                  <a:close/>
                </a:path>
              </a:pathLst>
            </a:custGeom>
            <a:solidFill>
              <a:srgbClr val="22C55E"/>
            </a:solidFill>
            <a:ln w="25400" cap="sq">
              <a:solidFill>
                <a:srgbClr val="22C55E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11521440" y="6766560"/>
            <a:ext cx="5852160" cy="1188720"/>
            <a:chOff x="0" y="0"/>
            <a:chExt cx="7802880" cy="158496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78028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926" r="0" b="-45926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7802880" cy="1632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3. Get Results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7178023" y="9314183"/>
            <a:ext cx="665483" cy="665483"/>
            <a:chOff x="0" y="0"/>
            <a:chExt cx="887311" cy="887311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887349" cy="887349"/>
            </a:xfrm>
            <a:custGeom>
              <a:avLst/>
              <a:gdLst/>
              <a:ahLst/>
              <a:cxnLst/>
              <a:rect r="r" b="b" t="t" l="l"/>
              <a:pathLst>
                <a:path h="887349" w="887349">
                  <a:moveTo>
                    <a:pt x="0" y="443611"/>
                  </a:moveTo>
                  <a:cubicBezTo>
                    <a:pt x="0" y="198628"/>
                    <a:pt x="198628" y="0"/>
                    <a:pt x="443611" y="0"/>
                  </a:cubicBezTo>
                  <a:cubicBezTo>
                    <a:pt x="688594" y="0"/>
                    <a:pt x="887349" y="198628"/>
                    <a:pt x="887349" y="443611"/>
                  </a:cubicBezTo>
                  <a:cubicBezTo>
                    <a:pt x="887349" y="688594"/>
                    <a:pt x="688721" y="887349"/>
                    <a:pt x="443611" y="887349"/>
                  </a:cubicBezTo>
                  <a:cubicBezTo>
                    <a:pt x="198501" y="887349"/>
                    <a:pt x="0" y="688721"/>
                    <a:pt x="0" y="443611"/>
                  </a:cubicBezTo>
                  <a:close/>
                </a:path>
              </a:pathLst>
            </a:custGeom>
            <a:solidFill>
              <a:srgbClr val="00B4D8"/>
            </a:solidFill>
            <a:ln w="25400" cap="sq">
              <a:solidFill>
                <a:srgbClr val="00B4D8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17190720" y="9290304"/>
            <a:ext cx="640080" cy="640080"/>
            <a:chOff x="0" y="0"/>
            <a:chExt cx="853440" cy="85344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8534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354587"/>
            <a:chOff x="0" y="0"/>
            <a:chExt cx="24417871" cy="4727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472821"/>
            </a:xfrm>
            <a:custGeom>
              <a:avLst/>
              <a:gdLst/>
              <a:ahLst/>
              <a:cxnLst/>
              <a:rect r="r" b="b" t="t" l="l"/>
              <a:pathLst>
                <a:path h="472821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472821"/>
                  </a:lnTo>
                  <a:lnTo>
                    <a:pt x="0" y="472821"/>
                  </a:lnTo>
                  <a:close/>
                </a:path>
              </a:pathLst>
            </a:custGeom>
            <a:solidFill>
              <a:srgbClr val="00B4D8"/>
            </a:solidFill>
            <a:ln w="25400" cap="sq">
              <a:solidFill>
                <a:srgbClr val="1E3A5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18823" y="504320"/>
            <a:ext cx="153419" cy="1031243"/>
            <a:chOff x="0" y="0"/>
            <a:chExt cx="204559" cy="137499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4597" cy="1375029"/>
            </a:xfrm>
            <a:custGeom>
              <a:avLst/>
              <a:gdLst/>
              <a:ahLst/>
              <a:cxnLst/>
              <a:rect r="r" b="b" t="t" l="l"/>
              <a:pathLst>
                <a:path h="1375029" w="204597">
                  <a:moveTo>
                    <a:pt x="0" y="0"/>
                  </a:moveTo>
                  <a:lnTo>
                    <a:pt x="204597" y="0"/>
                  </a:lnTo>
                  <a:lnTo>
                    <a:pt x="204597" y="1375029"/>
                  </a:lnTo>
                  <a:lnTo>
                    <a:pt x="0" y="1375029"/>
                  </a:lnTo>
                  <a:close/>
                </a:path>
              </a:pathLst>
            </a:custGeom>
            <a:solidFill>
              <a:srgbClr val="00B4D8"/>
            </a:solidFill>
            <a:ln w="25400" cap="sq">
              <a:solidFill>
                <a:srgbClr val="00B4D8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005840" y="443865"/>
            <a:ext cx="16459200" cy="1188720"/>
            <a:chOff x="0" y="0"/>
            <a:chExt cx="21945600" cy="15849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792" r="0" b="-21979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04775"/>
              <a:ext cx="21945600" cy="16897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b="true" sz="5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Core Features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18823" y="1486919"/>
            <a:ext cx="16850363" cy="80267"/>
            <a:chOff x="0" y="0"/>
            <a:chExt cx="22467151" cy="10702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467188" cy="107061"/>
            </a:xfrm>
            <a:custGeom>
              <a:avLst/>
              <a:gdLst/>
              <a:ahLst/>
              <a:cxnLst/>
              <a:rect r="r" b="b" t="t" l="l"/>
              <a:pathLst>
                <a:path h="107061" w="22467188">
                  <a:moveTo>
                    <a:pt x="0" y="0"/>
                  </a:moveTo>
                  <a:lnTo>
                    <a:pt x="22467188" y="0"/>
                  </a:lnTo>
                  <a:lnTo>
                    <a:pt x="22467188" y="107061"/>
                  </a:lnTo>
                  <a:lnTo>
                    <a:pt x="0" y="107061"/>
                  </a:lnTo>
                  <a:close/>
                </a:path>
              </a:pathLst>
            </a:custGeom>
            <a:solidFill>
              <a:srgbClr val="F0F6FB"/>
            </a:solidFill>
            <a:ln w="25400" cap="sq">
              <a:solidFill>
                <a:srgbClr val="F0F6FB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718823" y="1816103"/>
            <a:ext cx="8072123" cy="903227"/>
            <a:chOff x="0" y="0"/>
            <a:chExt cx="10762831" cy="120430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762869" cy="1204341"/>
            </a:xfrm>
            <a:custGeom>
              <a:avLst/>
              <a:gdLst/>
              <a:ahLst/>
              <a:cxnLst/>
              <a:rect r="r" b="b" t="t" l="l"/>
              <a:pathLst>
                <a:path h="1204341" w="10762869">
                  <a:moveTo>
                    <a:pt x="0" y="0"/>
                  </a:moveTo>
                  <a:lnTo>
                    <a:pt x="10762869" y="0"/>
                  </a:lnTo>
                  <a:lnTo>
                    <a:pt x="10762869" y="1204341"/>
                  </a:lnTo>
                  <a:lnTo>
                    <a:pt x="0" y="1204341"/>
                  </a:lnTo>
                  <a:close/>
                </a:path>
              </a:pathLst>
            </a:custGeom>
            <a:solidFill>
              <a:srgbClr val="00B4D8"/>
            </a:solidFill>
            <a:ln w="25400" cap="sq">
              <a:solidFill>
                <a:srgbClr val="1E3A5F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731525" y="1841506"/>
            <a:ext cx="8046720" cy="877824"/>
            <a:chOff x="0" y="0"/>
            <a:chExt cx="10728960" cy="117043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72896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8612" r="0" b="-128612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0728960" cy="12180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⚙  Admin Side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18823" y="2840231"/>
            <a:ext cx="8072123" cy="1122683"/>
            <a:chOff x="0" y="0"/>
            <a:chExt cx="10762831" cy="149691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762869" cy="1496949"/>
            </a:xfrm>
            <a:custGeom>
              <a:avLst/>
              <a:gdLst/>
              <a:ahLst/>
              <a:cxnLst/>
              <a:rect r="r" b="b" t="t" l="l"/>
              <a:pathLst>
                <a:path h="1496949" w="10762869">
                  <a:moveTo>
                    <a:pt x="0" y="0"/>
                  </a:moveTo>
                  <a:lnTo>
                    <a:pt x="10762869" y="0"/>
                  </a:lnTo>
                  <a:lnTo>
                    <a:pt x="10762869" y="1496949"/>
                  </a:lnTo>
                  <a:lnTo>
                    <a:pt x="0" y="1496949"/>
                  </a:lnTo>
                  <a:close/>
                </a:path>
              </a:pathLst>
            </a:custGeom>
            <a:solidFill>
              <a:srgbClr val="F0F6FB"/>
            </a:solidFill>
            <a:ln w="25400" cap="sq">
              <a:solidFill>
                <a:srgbClr val="D0E8F5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005840" y="3035808"/>
            <a:ext cx="731520" cy="731520"/>
            <a:chOff x="0" y="0"/>
            <a:chExt cx="975360" cy="975360"/>
          </a:xfrm>
        </p:grpSpPr>
        <p:sp>
          <p:nvSpPr>
            <p:cNvPr name="Freeform 19" id="19" descr="preencoded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865376" y="2944368"/>
            <a:ext cx="6766560" cy="914400"/>
            <a:chOff x="0" y="0"/>
            <a:chExt cx="9022080" cy="12192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0220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189" r="0" b="-94189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902208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1A2A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User &amp; Role Management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18823" y="4083815"/>
            <a:ext cx="8072123" cy="1122683"/>
            <a:chOff x="0" y="0"/>
            <a:chExt cx="10762831" cy="149691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762869" cy="1496949"/>
            </a:xfrm>
            <a:custGeom>
              <a:avLst/>
              <a:gdLst/>
              <a:ahLst/>
              <a:cxnLst/>
              <a:rect r="r" b="b" t="t" l="l"/>
              <a:pathLst>
                <a:path h="1496949" w="10762869">
                  <a:moveTo>
                    <a:pt x="0" y="0"/>
                  </a:moveTo>
                  <a:lnTo>
                    <a:pt x="10762869" y="0"/>
                  </a:lnTo>
                  <a:lnTo>
                    <a:pt x="10762869" y="1496949"/>
                  </a:lnTo>
                  <a:lnTo>
                    <a:pt x="0" y="149694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0E8F5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005840" y="4279392"/>
            <a:ext cx="731520" cy="731520"/>
            <a:chOff x="0" y="0"/>
            <a:chExt cx="975360" cy="975360"/>
          </a:xfrm>
        </p:grpSpPr>
        <p:sp>
          <p:nvSpPr>
            <p:cNvPr name="Freeform 26" id="26" descr="preencoded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865376" y="4187952"/>
            <a:ext cx="6766560" cy="914400"/>
            <a:chOff x="0" y="0"/>
            <a:chExt cx="9022080" cy="12192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0220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189" r="0" b="-94189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902208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1A2A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Subject &amp; Test Creation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718823" y="5327399"/>
            <a:ext cx="8072123" cy="1122683"/>
            <a:chOff x="0" y="0"/>
            <a:chExt cx="10762831" cy="149691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762869" cy="1496949"/>
            </a:xfrm>
            <a:custGeom>
              <a:avLst/>
              <a:gdLst/>
              <a:ahLst/>
              <a:cxnLst/>
              <a:rect r="r" b="b" t="t" l="l"/>
              <a:pathLst>
                <a:path h="1496949" w="10762869">
                  <a:moveTo>
                    <a:pt x="0" y="0"/>
                  </a:moveTo>
                  <a:lnTo>
                    <a:pt x="10762869" y="0"/>
                  </a:lnTo>
                  <a:lnTo>
                    <a:pt x="10762869" y="1496949"/>
                  </a:lnTo>
                  <a:lnTo>
                    <a:pt x="0" y="1496949"/>
                  </a:lnTo>
                  <a:close/>
                </a:path>
              </a:pathLst>
            </a:custGeom>
            <a:solidFill>
              <a:srgbClr val="F0F6FB"/>
            </a:solidFill>
            <a:ln w="25400" cap="sq">
              <a:solidFill>
                <a:srgbClr val="D0E8F5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005840" y="5522976"/>
            <a:ext cx="731520" cy="731520"/>
            <a:chOff x="0" y="0"/>
            <a:chExt cx="975360" cy="975360"/>
          </a:xfrm>
        </p:grpSpPr>
        <p:sp>
          <p:nvSpPr>
            <p:cNvPr name="Freeform 33" id="33" descr="preencoded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865376" y="5431536"/>
            <a:ext cx="6766560" cy="914400"/>
            <a:chOff x="0" y="0"/>
            <a:chExt cx="9022080" cy="12192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0220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189" r="0" b="-94189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902208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1A2A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Question Bank Management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718823" y="6570983"/>
            <a:ext cx="8072123" cy="1122683"/>
            <a:chOff x="0" y="0"/>
            <a:chExt cx="10762831" cy="149691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762869" cy="1496949"/>
            </a:xfrm>
            <a:custGeom>
              <a:avLst/>
              <a:gdLst/>
              <a:ahLst/>
              <a:cxnLst/>
              <a:rect r="r" b="b" t="t" l="l"/>
              <a:pathLst>
                <a:path h="1496949" w="10762869">
                  <a:moveTo>
                    <a:pt x="0" y="0"/>
                  </a:moveTo>
                  <a:lnTo>
                    <a:pt x="10762869" y="0"/>
                  </a:lnTo>
                  <a:lnTo>
                    <a:pt x="10762869" y="1496949"/>
                  </a:lnTo>
                  <a:lnTo>
                    <a:pt x="0" y="149694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0E8F5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005840" y="6766560"/>
            <a:ext cx="731520" cy="731520"/>
            <a:chOff x="0" y="0"/>
            <a:chExt cx="975360" cy="975360"/>
          </a:xfrm>
        </p:grpSpPr>
        <p:sp>
          <p:nvSpPr>
            <p:cNvPr name="Freeform 40" id="40" descr="preencoded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865376" y="6675120"/>
            <a:ext cx="6766560" cy="914400"/>
            <a:chOff x="0" y="0"/>
            <a:chExt cx="9022080" cy="12192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0220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189" r="0" b="-94189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902208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1A2A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Exam Monitoring &amp; Manual Score Override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718823" y="7814567"/>
            <a:ext cx="8072123" cy="1122683"/>
            <a:chOff x="0" y="0"/>
            <a:chExt cx="10762831" cy="149691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762869" cy="1496949"/>
            </a:xfrm>
            <a:custGeom>
              <a:avLst/>
              <a:gdLst/>
              <a:ahLst/>
              <a:cxnLst/>
              <a:rect r="r" b="b" t="t" l="l"/>
              <a:pathLst>
                <a:path h="1496949" w="10762869">
                  <a:moveTo>
                    <a:pt x="0" y="0"/>
                  </a:moveTo>
                  <a:lnTo>
                    <a:pt x="10762869" y="0"/>
                  </a:lnTo>
                  <a:lnTo>
                    <a:pt x="10762869" y="1496949"/>
                  </a:lnTo>
                  <a:lnTo>
                    <a:pt x="0" y="1496949"/>
                  </a:lnTo>
                  <a:close/>
                </a:path>
              </a:pathLst>
            </a:custGeom>
            <a:solidFill>
              <a:srgbClr val="F0F6FB"/>
            </a:solidFill>
            <a:ln w="25400" cap="sq">
              <a:solidFill>
                <a:srgbClr val="D0E8F5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1005840" y="8010144"/>
            <a:ext cx="731520" cy="731520"/>
            <a:chOff x="0" y="0"/>
            <a:chExt cx="975360" cy="975360"/>
          </a:xfrm>
        </p:grpSpPr>
        <p:sp>
          <p:nvSpPr>
            <p:cNvPr name="Freeform 47" id="47" descr="preencoded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865376" y="7918704"/>
            <a:ext cx="6766560" cy="914400"/>
            <a:chOff x="0" y="0"/>
            <a:chExt cx="9022080" cy="12192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0220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189" r="0" b="-94189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902208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1A2A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Detailed Reports (Student / Subject / Test-wise)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9497063" y="1816103"/>
            <a:ext cx="8072123" cy="903227"/>
            <a:chOff x="0" y="0"/>
            <a:chExt cx="10762831" cy="1204303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762869" cy="1204341"/>
            </a:xfrm>
            <a:custGeom>
              <a:avLst/>
              <a:gdLst/>
              <a:ahLst/>
              <a:cxnLst/>
              <a:rect r="r" b="b" t="t" l="l"/>
              <a:pathLst>
                <a:path h="1204341" w="10762869">
                  <a:moveTo>
                    <a:pt x="0" y="0"/>
                  </a:moveTo>
                  <a:lnTo>
                    <a:pt x="10762869" y="0"/>
                  </a:lnTo>
                  <a:lnTo>
                    <a:pt x="10762869" y="1204341"/>
                  </a:lnTo>
                  <a:lnTo>
                    <a:pt x="0" y="1204341"/>
                  </a:lnTo>
                  <a:close/>
                </a:path>
              </a:pathLst>
            </a:custGeom>
            <a:solidFill>
              <a:srgbClr val="00B4D8"/>
            </a:solidFill>
            <a:ln w="25400" cap="sq">
              <a:solidFill>
                <a:srgbClr val="00B4D8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9509760" y="1828800"/>
            <a:ext cx="8046720" cy="877824"/>
            <a:chOff x="0" y="0"/>
            <a:chExt cx="10728960" cy="117043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72896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8612" r="0" b="-128612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10728960" cy="12180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🎓  Student Side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497063" y="2840231"/>
            <a:ext cx="8072123" cy="1122683"/>
            <a:chOff x="0" y="0"/>
            <a:chExt cx="10762831" cy="1496911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762869" cy="1496949"/>
            </a:xfrm>
            <a:custGeom>
              <a:avLst/>
              <a:gdLst/>
              <a:ahLst/>
              <a:cxnLst/>
              <a:rect r="r" b="b" t="t" l="l"/>
              <a:pathLst>
                <a:path h="1496949" w="10762869">
                  <a:moveTo>
                    <a:pt x="0" y="0"/>
                  </a:moveTo>
                  <a:lnTo>
                    <a:pt x="10762869" y="0"/>
                  </a:lnTo>
                  <a:lnTo>
                    <a:pt x="10762869" y="1496949"/>
                  </a:lnTo>
                  <a:lnTo>
                    <a:pt x="0" y="1496949"/>
                  </a:lnTo>
                  <a:close/>
                </a:path>
              </a:pathLst>
            </a:custGeom>
            <a:solidFill>
              <a:srgbClr val="E8F8FC"/>
            </a:solidFill>
            <a:ln w="25400" cap="sq">
              <a:solidFill>
                <a:srgbClr val="B0E4F0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9784080" y="3035808"/>
            <a:ext cx="731520" cy="731520"/>
            <a:chOff x="0" y="0"/>
            <a:chExt cx="975360" cy="975360"/>
          </a:xfrm>
        </p:grpSpPr>
        <p:sp>
          <p:nvSpPr>
            <p:cNvPr name="Freeform 59" id="59" descr="preencoded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0643616" y="2944368"/>
            <a:ext cx="6766560" cy="914400"/>
            <a:chOff x="0" y="0"/>
            <a:chExt cx="9022080" cy="12192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90220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189" r="0" b="-94189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47625"/>
              <a:ext cx="902208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1A2A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Browse &amp; Attempt Available Tests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9497063" y="4083815"/>
            <a:ext cx="8072123" cy="1122683"/>
            <a:chOff x="0" y="0"/>
            <a:chExt cx="10762831" cy="1496911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0762869" cy="1496949"/>
            </a:xfrm>
            <a:custGeom>
              <a:avLst/>
              <a:gdLst/>
              <a:ahLst/>
              <a:cxnLst/>
              <a:rect r="r" b="b" t="t" l="l"/>
              <a:pathLst>
                <a:path h="1496949" w="10762869">
                  <a:moveTo>
                    <a:pt x="0" y="0"/>
                  </a:moveTo>
                  <a:lnTo>
                    <a:pt x="10762869" y="0"/>
                  </a:lnTo>
                  <a:lnTo>
                    <a:pt x="10762869" y="1496949"/>
                  </a:lnTo>
                  <a:lnTo>
                    <a:pt x="0" y="149694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B0E4F0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9784080" y="4279392"/>
            <a:ext cx="731520" cy="731520"/>
            <a:chOff x="0" y="0"/>
            <a:chExt cx="975360" cy="975360"/>
          </a:xfrm>
        </p:grpSpPr>
        <p:sp>
          <p:nvSpPr>
            <p:cNvPr name="Freeform 66" id="66" descr="preencoded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10643616" y="4187952"/>
            <a:ext cx="6766560" cy="914400"/>
            <a:chOff x="0" y="0"/>
            <a:chExt cx="9022080" cy="12192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90220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189" r="0" b="-94189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47625"/>
              <a:ext cx="902208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1A2A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Real-time MCQ Exam Interface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9497063" y="5327399"/>
            <a:ext cx="8072123" cy="1122683"/>
            <a:chOff x="0" y="0"/>
            <a:chExt cx="10762831" cy="1496911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0762869" cy="1496949"/>
            </a:xfrm>
            <a:custGeom>
              <a:avLst/>
              <a:gdLst/>
              <a:ahLst/>
              <a:cxnLst/>
              <a:rect r="r" b="b" t="t" l="l"/>
              <a:pathLst>
                <a:path h="1496949" w="10762869">
                  <a:moveTo>
                    <a:pt x="0" y="0"/>
                  </a:moveTo>
                  <a:lnTo>
                    <a:pt x="10762869" y="0"/>
                  </a:lnTo>
                  <a:lnTo>
                    <a:pt x="10762869" y="1496949"/>
                  </a:lnTo>
                  <a:lnTo>
                    <a:pt x="0" y="1496949"/>
                  </a:lnTo>
                  <a:close/>
                </a:path>
              </a:pathLst>
            </a:custGeom>
            <a:solidFill>
              <a:srgbClr val="E8F8FC"/>
            </a:solidFill>
            <a:ln w="25400" cap="sq">
              <a:solidFill>
                <a:srgbClr val="B0E4F0"/>
              </a:solidFill>
              <a:prstDash val="solid"/>
              <a:miter/>
            </a:ln>
          </p:spPr>
        </p:sp>
      </p:grpSp>
      <p:grpSp>
        <p:nvGrpSpPr>
          <p:cNvPr name="Group 72" id="72"/>
          <p:cNvGrpSpPr/>
          <p:nvPr/>
        </p:nvGrpSpPr>
        <p:grpSpPr>
          <a:xfrm rot="0">
            <a:off x="9784080" y="5522976"/>
            <a:ext cx="731520" cy="731520"/>
            <a:chOff x="0" y="0"/>
            <a:chExt cx="975360" cy="975360"/>
          </a:xfrm>
        </p:grpSpPr>
        <p:sp>
          <p:nvSpPr>
            <p:cNvPr name="Freeform 73" id="73" descr="preencoded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0643616" y="5431536"/>
            <a:ext cx="6766560" cy="914400"/>
            <a:chOff x="0" y="0"/>
            <a:chExt cx="9022080" cy="121920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90220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189" r="0" b="-94189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47625"/>
              <a:ext cx="902208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1A2A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Auto-scoring on Submission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9497063" y="6570983"/>
            <a:ext cx="8072123" cy="1122683"/>
            <a:chOff x="0" y="0"/>
            <a:chExt cx="10762831" cy="1496911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0762869" cy="1496949"/>
            </a:xfrm>
            <a:custGeom>
              <a:avLst/>
              <a:gdLst/>
              <a:ahLst/>
              <a:cxnLst/>
              <a:rect r="r" b="b" t="t" l="l"/>
              <a:pathLst>
                <a:path h="1496949" w="10762869">
                  <a:moveTo>
                    <a:pt x="0" y="0"/>
                  </a:moveTo>
                  <a:lnTo>
                    <a:pt x="10762869" y="0"/>
                  </a:lnTo>
                  <a:lnTo>
                    <a:pt x="10762869" y="1496949"/>
                  </a:lnTo>
                  <a:lnTo>
                    <a:pt x="0" y="149694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B0E4F0"/>
              </a:solidFill>
              <a:prstDash val="solid"/>
              <a:miter/>
            </a:ln>
          </p:spPr>
        </p:sp>
      </p:grpSp>
      <p:grpSp>
        <p:nvGrpSpPr>
          <p:cNvPr name="Group 79" id="79"/>
          <p:cNvGrpSpPr/>
          <p:nvPr/>
        </p:nvGrpSpPr>
        <p:grpSpPr>
          <a:xfrm rot="0">
            <a:off x="9784080" y="6766560"/>
            <a:ext cx="731520" cy="731520"/>
            <a:chOff x="0" y="0"/>
            <a:chExt cx="975360" cy="975360"/>
          </a:xfrm>
        </p:grpSpPr>
        <p:sp>
          <p:nvSpPr>
            <p:cNvPr name="Freeform 80" id="80" descr="preencoded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10643616" y="6675120"/>
            <a:ext cx="6766560" cy="914400"/>
            <a:chOff x="0" y="0"/>
            <a:chExt cx="9022080" cy="121920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90220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189" r="0" b="-94189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47625"/>
              <a:ext cx="902208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1A2A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Performance Analytics Dashboard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9497063" y="7814567"/>
            <a:ext cx="8072123" cy="1122683"/>
            <a:chOff x="0" y="0"/>
            <a:chExt cx="10762831" cy="1496911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0762869" cy="1496949"/>
            </a:xfrm>
            <a:custGeom>
              <a:avLst/>
              <a:gdLst/>
              <a:ahLst/>
              <a:cxnLst/>
              <a:rect r="r" b="b" t="t" l="l"/>
              <a:pathLst>
                <a:path h="1496949" w="10762869">
                  <a:moveTo>
                    <a:pt x="0" y="0"/>
                  </a:moveTo>
                  <a:lnTo>
                    <a:pt x="10762869" y="0"/>
                  </a:lnTo>
                  <a:lnTo>
                    <a:pt x="10762869" y="1496949"/>
                  </a:lnTo>
                  <a:lnTo>
                    <a:pt x="0" y="1496949"/>
                  </a:lnTo>
                  <a:close/>
                </a:path>
              </a:pathLst>
            </a:custGeom>
            <a:solidFill>
              <a:srgbClr val="E8F8FC"/>
            </a:solidFill>
            <a:ln w="25400" cap="sq">
              <a:solidFill>
                <a:srgbClr val="B0E4F0"/>
              </a:solidFill>
              <a:prstDash val="solid"/>
              <a:miter/>
            </a:ln>
          </p:spPr>
        </p:sp>
      </p:grpSp>
      <p:grpSp>
        <p:nvGrpSpPr>
          <p:cNvPr name="Group 86" id="86"/>
          <p:cNvGrpSpPr/>
          <p:nvPr/>
        </p:nvGrpSpPr>
        <p:grpSpPr>
          <a:xfrm rot="0">
            <a:off x="9784080" y="8010144"/>
            <a:ext cx="731520" cy="731520"/>
            <a:chOff x="0" y="0"/>
            <a:chExt cx="975360" cy="975360"/>
          </a:xfrm>
        </p:grpSpPr>
        <p:sp>
          <p:nvSpPr>
            <p:cNvPr name="Freeform 87" id="87" descr="preencoded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10643616" y="7918704"/>
            <a:ext cx="6766560" cy="914400"/>
            <a:chOff x="0" y="0"/>
            <a:chExt cx="9022080" cy="121920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90220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189" r="0" b="-94189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47625"/>
              <a:ext cx="902208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1A2A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View Past Attempts &amp; Results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7178023" y="9314183"/>
            <a:ext cx="665483" cy="665483"/>
            <a:chOff x="0" y="0"/>
            <a:chExt cx="887311" cy="887311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887349" cy="887349"/>
            </a:xfrm>
            <a:custGeom>
              <a:avLst/>
              <a:gdLst/>
              <a:ahLst/>
              <a:cxnLst/>
              <a:rect r="r" b="b" t="t" l="l"/>
              <a:pathLst>
                <a:path h="887349" w="887349">
                  <a:moveTo>
                    <a:pt x="0" y="443611"/>
                  </a:moveTo>
                  <a:cubicBezTo>
                    <a:pt x="0" y="198628"/>
                    <a:pt x="198628" y="0"/>
                    <a:pt x="443611" y="0"/>
                  </a:cubicBezTo>
                  <a:cubicBezTo>
                    <a:pt x="688594" y="0"/>
                    <a:pt x="887349" y="198628"/>
                    <a:pt x="887349" y="443611"/>
                  </a:cubicBezTo>
                  <a:cubicBezTo>
                    <a:pt x="887349" y="688594"/>
                    <a:pt x="688721" y="887349"/>
                    <a:pt x="443611" y="887349"/>
                  </a:cubicBezTo>
                  <a:cubicBezTo>
                    <a:pt x="198501" y="887349"/>
                    <a:pt x="0" y="688721"/>
                    <a:pt x="0" y="443611"/>
                  </a:cubicBezTo>
                  <a:close/>
                </a:path>
              </a:pathLst>
            </a:custGeom>
            <a:solidFill>
              <a:srgbClr val="00B4D8"/>
            </a:solidFill>
            <a:ln w="25400" cap="sq">
              <a:solidFill>
                <a:srgbClr val="00B4D8"/>
              </a:solidFill>
              <a:prstDash val="solid"/>
              <a:miter/>
            </a:ln>
          </p:spPr>
        </p:sp>
      </p:grpSp>
      <p:grpSp>
        <p:nvGrpSpPr>
          <p:cNvPr name="Group 93" id="93"/>
          <p:cNvGrpSpPr/>
          <p:nvPr/>
        </p:nvGrpSpPr>
        <p:grpSpPr>
          <a:xfrm rot="0">
            <a:off x="17190720" y="9290304"/>
            <a:ext cx="640080" cy="640080"/>
            <a:chOff x="0" y="0"/>
            <a:chExt cx="853440" cy="85344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38100"/>
              <a:ext cx="8534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354587"/>
            <a:chOff x="0" y="0"/>
            <a:chExt cx="24417871" cy="4727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472821"/>
            </a:xfrm>
            <a:custGeom>
              <a:avLst/>
              <a:gdLst/>
              <a:ahLst/>
              <a:cxnLst/>
              <a:rect r="r" b="b" t="t" l="l"/>
              <a:pathLst>
                <a:path h="472821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472821"/>
                  </a:lnTo>
                  <a:lnTo>
                    <a:pt x="0" y="472821"/>
                  </a:lnTo>
                  <a:close/>
                </a:path>
              </a:pathLst>
            </a:custGeom>
            <a:solidFill>
              <a:srgbClr val="1E3A5F"/>
            </a:solidFill>
            <a:ln w="25400" cap="sq">
              <a:solidFill>
                <a:srgbClr val="1E3A5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18823" y="489337"/>
            <a:ext cx="153419" cy="1031243"/>
            <a:chOff x="0" y="0"/>
            <a:chExt cx="204559" cy="137499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4597" cy="1375029"/>
            </a:xfrm>
            <a:custGeom>
              <a:avLst/>
              <a:gdLst/>
              <a:ahLst/>
              <a:cxnLst/>
              <a:rect r="r" b="b" t="t" l="l"/>
              <a:pathLst>
                <a:path h="1375029" w="204597">
                  <a:moveTo>
                    <a:pt x="0" y="0"/>
                  </a:moveTo>
                  <a:lnTo>
                    <a:pt x="204597" y="0"/>
                  </a:lnTo>
                  <a:lnTo>
                    <a:pt x="204597" y="1375029"/>
                  </a:lnTo>
                  <a:lnTo>
                    <a:pt x="0" y="1375029"/>
                  </a:lnTo>
                  <a:close/>
                </a:path>
              </a:pathLst>
            </a:custGeom>
            <a:solidFill>
              <a:srgbClr val="00B4D8"/>
            </a:solidFill>
            <a:ln w="25400" cap="sq">
              <a:solidFill>
                <a:srgbClr val="00B4D8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005840" y="428882"/>
            <a:ext cx="16459200" cy="1188720"/>
            <a:chOff x="0" y="0"/>
            <a:chExt cx="21945600" cy="15849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792" r="0" b="-21979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04775"/>
              <a:ext cx="21945600" cy="16897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1E3A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Technology Stack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18823" y="1486919"/>
            <a:ext cx="16850363" cy="80267"/>
            <a:chOff x="0" y="0"/>
            <a:chExt cx="22467151" cy="10702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467188" cy="107061"/>
            </a:xfrm>
            <a:custGeom>
              <a:avLst/>
              <a:gdLst/>
              <a:ahLst/>
              <a:cxnLst/>
              <a:rect r="r" b="b" t="t" l="l"/>
              <a:pathLst>
                <a:path h="107061" w="22467188">
                  <a:moveTo>
                    <a:pt x="0" y="0"/>
                  </a:moveTo>
                  <a:lnTo>
                    <a:pt x="22467188" y="0"/>
                  </a:lnTo>
                  <a:lnTo>
                    <a:pt x="22467188" y="107061"/>
                  </a:lnTo>
                  <a:lnTo>
                    <a:pt x="0" y="107061"/>
                  </a:lnTo>
                  <a:close/>
                </a:path>
              </a:pathLst>
            </a:custGeom>
            <a:solidFill>
              <a:srgbClr val="F0F6FB"/>
            </a:solidFill>
            <a:ln w="25400" cap="sq">
              <a:solidFill>
                <a:srgbClr val="F0F6FB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627383" y="1779527"/>
            <a:ext cx="5328923" cy="8035547"/>
            <a:chOff x="0" y="0"/>
            <a:chExt cx="7105231" cy="1071406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105269" cy="10714101"/>
            </a:xfrm>
            <a:custGeom>
              <a:avLst/>
              <a:gdLst/>
              <a:ahLst/>
              <a:cxnLst/>
              <a:rect r="r" b="b" t="t" l="l"/>
              <a:pathLst>
                <a:path h="10714101" w="7105269">
                  <a:moveTo>
                    <a:pt x="0" y="0"/>
                  </a:moveTo>
                  <a:lnTo>
                    <a:pt x="7105269" y="0"/>
                  </a:lnTo>
                  <a:lnTo>
                    <a:pt x="7105269" y="10714101"/>
                  </a:lnTo>
                  <a:lnTo>
                    <a:pt x="0" y="10714101"/>
                  </a:lnTo>
                  <a:close/>
                </a:path>
              </a:pathLst>
            </a:custGeom>
            <a:solidFill>
              <a:srgbClr val="F0F6FB"/>
            </a:solidFill>
            <a:ln w="25400" cap="sq">
              <a:solidFill>
                <a:srgbClr val="D0E8F5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627383" y="1779527"/>
            <a:ext cx="5328923" cy="976379"/>
            <a:chOff x="0" y="0"/>
            <a:chExt cx="7105231" cy="130183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105269" cy="1301877"/>
            </a:xfrm>
            <a:custGeom>
              <a:avLst/>
              <a:gdLst/>
              <a:ahLst/>
              <a:cxnLst/>
              <a:rect r="r" b="b" t="t" l="l"/>
              <a:pathLst>
                <a:path h="1301877" w="7105269">
                  <a:moveTo>
                    <a:pt x="0" y="0"/>
                  </a:moveTo>
                  <a:lnTo>
                    <a:pt x="7105269" y="0"/>
                  </a:lnTo>
                  <a:lnTo>
                    <a:pt x="7105269" y="1301877"/>
                  </a:lnTo>
                  <a:lnTo>
                    <a:pt x="0" y="1301877"/>
                  </a:lnTo>
                  <a:close/>
                </a:path>
              </a:pathLst>
            </a:custGeom>
            <a:solidFill>
              <a:srgbClr val="1E3A5F"/>
            </a:solidFill>
            <a:ln w="25400" cap="sq">
              <a:solidFill>
                <a:srgbClr val="1E3A5F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640080" y="1792224"/>
            <a:ext cx="5303520" cy="950976"/>
            <a:chOff x="0" y="0"/>
            <a:chExt cx="7071360" cy="126796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071360" cy="1267968"/>
            </a:xfrm>
            <a:custGeom>
              <a:avLst/>
              <a:gdLst/>
              <a:ahLst/>
              <a:cxnLst/>
              <a:rect r="r" b="b" t="t" l="l"/>
              <a:pathLst>
                <a:path h="1267968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666" r="0" b="-58666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7071360" cy="13251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Backend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01703" y="2913383"/>
            <a:ext cx="4780283" cy="1342139"/>
            <a:chOff x="0" y="0"/>
            <a:chExt cx="6373711" cy="178951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373749" cy="1789557"/>
            </a:xfrm>
            <a:custGeom>
              <a:avLst/>
              <a:gdLst/>
              <a:ahLst/>
              <a:cxnLst/>
              <a:rect r="r" b="b" t="t" l="l"/>
              <a:pathLst>
                <a:path h="1789557" w="6373749">
                  <a:moveTo>
                    <a:pt x="0" y="0"/>
                  </a:moveTo>
                  <a:lnTo>
                    <a:pt x="6373749" y="0"/>
                  </a:lnTo>
                  <a:lnTo>
                    <a:pt x="6373749" y="1789557"/>
                  </a:lnTo>
                  <a:lnTo>
                    <a:pt x="0" y="178955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C8E6F5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901703" y="2913383"/>
            <a:ext cx="135131" cy="1342139"/>
            <a:chOff x="0" y="0"/>
            <a:chExt cx="180175" cy="178951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80213" cy="1789557"/>
            </a:xfrm>
            <a:custGeom>
              <a:avLst/>
              <a:gdLst/>
              <a:ahLst/>
              <a:cxnLst/>
              <a:rect r="r" b="b" t="t" l="l"/>
              <a:pathLst>
                <a:path h="1789557" w="180213">
                  <a:moveTo>
                    <a:pt x="0" y="0"/>
                  </a:moveTo>
                  <a:lnTo>
                    <a:pt x="180213" y="0"/>
                  </a:lnTo>
                  <a:lnTo>
                    <a:pt x="180213" y="1789557"/>
                  </a:lnTo>
                  <a:lnTo>
                    <a:pt x="0" y="1789557"/>
                  </a:lnTo>
                  <a:close/>
                </a:path>
              </a:pathLst>
            </a:custGeom>
            <a:solidFill>
              <a:srgbClr val="1E3A5F"/>
            </a:solidFill>
            <a:ln w="25400" cap="sq">
              <a:solidFill>
                <a:srgbClr val="1E3A5F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152144" y="2999232"/>
            <a:ext cx="4425696" cy="1188720"/>
            <a:chOff x="0" y="0"/>
            <a:chExt cx="5900928" cy="15849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900928" cy="1584960"/>
            </a:xfrm>
            <a:custGeom>
              <a:avLst/>
              <a:gdLst/>
              <a:ahLst/>
              <a:cxnLst/>
              <a:rect r="r" b="b" t="t" l="l"/>
              <a:pathLst>
                <a:path h="1584960" w="5900928">
                  <a:moveTo>
                    <a:pt x="0" y="0"/>
                  </a:moveTo>
                  <a:lnTo>
                    <a:pt x="5900928" y="0"/>
                  </a:lnTo>
                  <a:lnTo>
                    <a:pt x="5900928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544" r="0" b="-22544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5900928" cy="1632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A2A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Java 17 + Spring Boot 3.2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01703" y="4467863"/>
            <a:ext cx="4780283" cy="1342139"/>
            <a:chOff x="0" y="0"/>
            <a:chExt cx="6373711" cy="178951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373749" cy="1789557"/>
            </a:xfrm>
            <a:custGeom>
              <a:avLst/>
              <a:gdLst/>
              <a:ahLst/>
              <a:cxnLst/>
              <a:rect r="r" b="b" t="t" l="l"/>
              <a:pathLst>
                <a:path h="1789557" w="6373749">
                  <a:moveTo>
                    <a:pt x="0" y="0"/>
                  </a:moveTo>
                  <a:lnTo>
                    <a:pt x="6373749" y="0"/>
                  </a:lnTo>
                  <a:lnTo>
                    <a:pt x="6373749" y="1789557"/>
                  </a:lnTo>
                  <a:lnTo>
                    <a:pt x="0" y="178955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C8E6F5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901703" y="4467863"/>
            <a:ext cx="135131" cy="1342139"/>
            <a:chOff x="0" y="0"/>
            <a:chExt cx="180175" cy="178951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80213" cy="1789557"/>
            </a:xfrm>
            <a:custGeom>
              <a:avLst/>
              <a:gdLst/>
              <a:ahLst/>
              <a:cxnLst/>
              <a:rect r="r" b="b" t="t" l="l"/>
              <a:pathLst>
                <a:path h="1789557" w="180213">
                  <a:moveTo>
                    <a:pt x="0" y="0"/>
                  </a:moveTo>
                  <a:lnTo>
                    <a:pt x="180213" y="0"/>
                  </a:lnTo>
                  <a:lnTo>
                    <a:pt x="180213" y="1789557"/>
                  </a:lnTo>
                  <a:lnTo>
                    <a:pt x="0" y="1789557"/>
                  </a:lnTo>
                  <a:close/>
                </a:path>
              </a:pathLst>
            </a:custGeom>
            <a:solidFill>
              <a:srgbClr val="1E3A5F"/>
            </a:solidFill>
            <a:ln w="25400" cap="sq">
              <a:solidFill>
                <a:srgbClr val="1E3A5F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152144" y="4553712"/>
            <a:ext cx="4425696" cy="1188720"/>
            <a:chOff x="0" y="0"/>
            <a:chExt cx="5900928" cy="158496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900928" cy="1584960"/>
            </a:xfrm>
            <a:custGeom>
              <a:avLst/>
              <a:gdLst/>
              <a:ahLst/>
              <a:cxnLst/>
              <a:rect r="r" b="b" t="t" l="l"/>
              <a:pathLst>
                <a:path h="1584960" w="5900928">
                  <a:moveTo>
                    <a:pt x="0" y="0"/>
                  </a:moveTo>
                  <a:lnTo>
                    <a:pt x="5900928" y="0"/>
                  </a:lnTo>
                  <a:lnTo>
                    <a:pt x="5900928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544" r="0" b="-22544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5900928" cy="1632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A2A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Spring Security + JWT Auth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01703" y="6022343"/>
            <a:ext cx="4780283" cy="1342139"/>
            <a:chOff x="0" y="0"/>
            <a:chExt cx="6373711" cy="178951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373749" cy="1789557"/>
            </a:xfrm>
            <a:custGeom>
              <a:avLst/>
              <a:gdLst/>
              <a:ahLst/>
              <a:cxnLst/>
              <a:rect r="r" b="b" t="t" l="l"/>
              <a:pathLst>
                <a:path h="1789557" w="6373749">
                  <a:moveTo>
                    <a:pt x="0" y="0"/>
                  </a:moveTo>
                  <a:lnTo>
                    <a:pt x="6373749" y="0"/>
                  </a:lnTo>
                  <a:lnTo>
                    <a:pt x="6373749" y="1789557"/>
                  </a:lnTo>
                  <a:lnTo>
                    <a:pt x="0" y="178955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C8E6F5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901703" y="6022343"/>
            <a:ext cx="135131" cy="1342139"/>
            <a:chOff x="0" y="0"/>
            <a:chExt cx="180175" cy="178951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80213" cy="1789557"/>
            </a:xfrm>
            <a:custGeom>
              <a:avLst/>
              <a:gdLst/>
              <a:ahLst/>
              <a:cxnLst/>
              <a:rect r="r" b="b" t="t" l="l"/>
              <a:pathLst>
                <a:path h="1789557" w="180213">
                  <a:moveTo>
                    <a:pt x="0" y="0"/>
                  </a:moveTo>
                  <a:lnTo>
                    <a:pt x="180213" y="0"/>
                  </a:lnTo>
                  <a:lnTo>
                    <a:pt x="180213" y="1789557"/>
                  </a:lnTo>
                  <a:lnTo>
                    <a:pt x="0" y="1789557"/>
                  </a:lnTo>
                  <a:close/>
                </a:path>
              </a:pathLst>
            </a:custGeom>
            <a:solidFill>
              <a:srgbClr val="1E3A5F"/>
            </a:solidFill>
            <a:ln w="25400" cap="sq">
              <a:solidFill>
                <a:srgbClr val="1E3A5F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152144" y="6108192"/>
            <a:ext cx="4425696" cy="1188720"/>
            <a:chOff x="0" y="0"/>
            <a:chExt cx="5900928" cy="158496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900928" cy="1584960"/>
            </a:xfrm>
            <a:custGeom>
              <a:avLst/>
              <a:gdLst/>
              <a:ahLst/>
              <a:cxnLst/>
              <a:rect r="r" b="b" t="t" l="l"/>
              <a:pathLst>
                <a:path h="1584960" w="5900928">
                  <a:moveTo>
                    <a:pt x="0" y="0"/>
                  </a:moveTo>
                  <a:lnTo>
                    <a:pt x="5900928" y="0"/>
                  </a:lnTo>
                  <a:lnTo>
                    <a:pt x="5900928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544" r="0" b="-22544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5900928" cy="1632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A2A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Spring Data JPA + Hibernate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01703" y="7576823"/>
            <a:ext cx="4780283" cy="1342139"/>
            <a:chOff x="0" y="0"/>
            <a:chExt cx="6373711" cy="1789519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373749" cy="1789557"/>
            </a:xfrm>
            <a:custGeom>
              <a:avLst/>
              <a:gdLst/>
              <a:ahLst/>
              <a:cxnLst/>
              <a:rect r="r" b="b" t="t" l="l"/>
              <a:pathLst>
                <a:path h="1789557" w="6373749">
                  <a:moveTo>
                    <a:pt x="0" y="0"/>
                  </a:moveTo>
                  <a:lnTo>
                    <a:pt x="6373749" y="0"/>
                  </a:lnTo>
                  <a:lnTo>
                    <a:pt x="6373749" y="1789557"/>
                  </a:lnTo>
                  <a:lnTo>
                    <a:pt x="0" y="178955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C8E6F5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901703" y="7576823"/>
            <a:ext cx="135131" cy="1342139"/>
            <a:chOff x="0" y="0"/>
            <a:chExt cx="180175" cy="1789519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80213" cy="1789557"/>
            </a:xfrm>
            <a:custGeom>
              <a:avLst/>
              <a:gdLst/>
              <a:ahLst/>
              <a:cxnLst/>
              <a:rect r="r" b="b" t="t" l="l"/>
              <a:pathLst>
                <a:path h="1789557" w="180213">
                  <a:moveTo>
                    <a:pt x="0" y="0"/>
                  </a:moveTo>
                  <a:lnTo>
                    <a:pt x="180213" y="0"/>
                  </a:lnTo>
                  <a:lnTo>
                    <a:pt x="180213" y="1789557"/>
                  </a:lnTo>
                  <a:lnTo>
                    <a:pt x="0" y="1789557"/>
                  </a:lnTo>
                  <a:close/>
                </a:path>
              </a:pathLst>
            </a:custGeom>
            <a:solidFill>
              <a:srgbClr val="1E3A5F"/>
            </a:solidFill>
            <a:ln w="25400" cap="sq">
              <a:solidFill>
                <a:srgbClr val="1E3A5F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1152144" y="7662672"/>
            <a:ext cx="4425696" cy="1188720"/>
            <a:chOff x="0" y="0"/>
            <a:chExt cx="5900928" cy="158496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900928" cy="1584960"/>
            </a:xfrm>
            <a:custGeom>
              <a:avLst/>
              <a:gdLst/>
              <a:ahLst/>
              <a:cxnLst/>
              <a:rect r="r" b="b" t="t" l="l"/>
              <a:pathLst>
                <a:path h="1584960" w="5900928">
                  <a:moveTo>
                    <a:pt x="0" y="0"/>
                  </a:moveTo>
                  <a:lnTo>
                    <a:pt x="5900928" y="0"/>
                  </a:lnTo>
                  <a:lnTo>
                    <a:pt x="5900928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544" r="0" b="-22544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5900928" cy="1632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A2A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MySQL 8.0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6753863" y="1779527"/>
            <a:ext cx="5328923" cy="8035547"/>
            <a:chOff x="0" y="0"/>
            <a:chExt cx="7105231" cy="10714063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7105269" cy="10714101"/>
            </a:xfrm>
            <a:custGeom>
              <a:avLst/>
              <a:gdLst/>
              <a:ahLst/>
              <a:cxnLst/>
              <a:rect r="r" b="b" t="t" l="l"/>
              <a:pathLst>
                <a:path h="10714101" w="7105269">
                  <a:moveTo>
                    <a:pt x="0" y="0"/>
                  </a:moveTo>
                  <a:lnTo>
                    <a:pt x="7105269" y="0"/>
                  </a:lnTo>
                  <a:lnTo>
                    <a:pt x="7105269" y="10714101"/>
                  </a:lnTo>
                  <a:lnTo>
                    <a:pt x="0" y="10714101"/>
                  </a:lnTo>
                  <a:close/>
                </a:path>
              </a:pathLst>
            </a:custGeom>
            <a:solidFill>
              <a:srgbClr val="F0F6FB"/>
            </a:solidFill>
            <a:ln w="25400" cap="sq">
              <a:solidFill>
                <a:srgbClr val="D0E8F5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6753863" y="1779527"/>
            <a:ext cx="5328923" cy="976379"/>
            <a:chOff x="0" y="0"/>
            <a:chExt cx="7105231" cy="1301839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7105269" cy="1301877"/>
            </a:xfrm>
            <a:custGeom>
              <a:avLst/>
              <a:gdLst/>
              <a:ahLst/>
              <a:cxnLst/>
              <a:rect r="r" b="b" t="t" l="l"/>
              <a:pathLst>
                <a:path h="1301877" w="7105269">
                  <a:moveTo>
                    <a:pt x="0" y="0"/>
                  </a:moveTo>
                  <a:lnTo>
                    <a:pt x="7105269" y="0"/>
                  </a:lnTo>
                  <a:lnTo>
                    <a:pt x="7105269" y="1301877"/>
                  </a:lnTo>
                  <a:lnTo>
                    <a:pt x="0" y="1301877"/>
                  </a:lnTo>
                  <a:close/>
                </a:path>
              </a:pathLst>
            </a:custGeom>
            <a:solidFill>
              <a:srgbClr val="00B4D8"/>
            </a:solidFill>
            <a:ln w="25400" cap="sq">
              <a:solidFill>
                <a:srgbClr val="00B4D8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6766560" y="1792224"/>
            <a:ext cx="5303520" cy="950976"/>
            <a:chOff x="0" y="0"/>
            <a:chExt cx="7071360" cy="126796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071360" cy="1267968"/>
            </a:xfrm>
            <a:custGeom>
              <a:avLst/>
              <a:gdLst/>
              <a:ahLst/>
              <a:cxnLst/>
              <a:rect r="r" b="b" t="t" l="l"/>
              <a:pathLst>
                <a:path h="1267968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666" r="0" b="-58666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57150"/>
              <a:ext cx="7071360" cy="13251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Frontend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7028183" y="2913383"/>
            <a:ext cx="4780283" cy="1342139"/>
            <a:chOff x="0" y="0"/>
            <a:chExt cx="6373711" cy="1789519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373749" cy="1789557"/>
            </a:xfrm>
            <a:custGeom>
              <a:avLst/>
              <a:gdLst/>
              <a:ahLst/>
              <a:cxnLst/>
              <a:rect r="r" b="b" t="t" l="l"/>
              <a:pathLst>
                <a:path h="1789557" w="6373749">
                  <a:moveTo>
                    <a:pt x="0" y="0"/>
                  </a:moveTo>
                  <a:lnTo>
                    <a:pt x="6373749" y="0"/>
                  </a:lnTo>
                  <a:lnTo>
                    <a:pt x="6373749" y="1789557"/>
                  </a:lnTo>
                  <a:lnTo>
                    <a:pt x="0" y="178955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C8E6F5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7028183" y="2913383"/>
            <a:ext cx="135131" cy="1342139"/>
            <a:chOff x="0" y="0"/>
            <a:chExt cx="180175" cy="1789519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80213" cy="1789557"/>
            </a:xfrm>
            <a:custGeom>
              <a:avLst/>
              <a:gdLst/>
              <a:ahLst/>
              <a:cxnLst/>
              <a:rect r="r" b="b" t="t" l="l"/>
              <a:pathLst>
                <a:path h="1789557" w="180213">
                  <a:moveTo>
                    <a:pt x="0" y="0"/>
                  </a:moveTo>
                  <a:lnTo>
                    <a:pt x="180213" y="0"/>
                  </a:lnTo>
                  <a:lnTo>
                    <a:pt x="180213" y="1789557"/>
                  </a:lnTo>
                  <a:lnTo>
                    <a:pt x="0" y="1789557"/>
                  </a:lnTo>
                  <a:close/>
                </a:path>
              </a:pathLst>
            </a:custGeom>
            <a:solidFill>
              <a:srgbClr val="00B4D8"/>
            </a:solidFill>
            <a:ln w="25400" cap="sq">
              <a:solidFill>
                <a:srgbClr val="00B4D8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7278624" y="2999232"/>
            <a:ext cx="4425696" cy="1188720"/>
            <a:chOff x="0" y="0"/>
            <a:chExt cx="5900928" cy="158496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5900928" cy="1584960"/>
            </a:xfrm>
            <a:custGeom>
              <a:avLst/>
              <a:gdLst/>
              <a:ahLst/>
              <a:cxnLst/>
              <a:rect r="r" b="b" t="t" l="l"/>
              <a:pathLst>
                <a:path h="1584960" w="5900928">
                  <a:moveTo>
                    <a:pt x="0" y="0"/>
                  </a:moveTo>
                  <a:lnTo>
                    <a:pt x="5900928" y="0"/>
                  </a:lnTo>
                  <a:lnTo>
                    <a:pt x="5900928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544" r="0" b="-22544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47625"/>
              <a:ext cx="5900928" cy="1632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A2A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React 18 + Vite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7028183" y="4467863"/>
            <a:ext cx="4780283" cy="1342139"/>
            <a:chOff x="0" y="0"/>
            <a:chExt cx="6373711" cy="1789519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6373749" cy="1789557"/>
            </a:xfrm>
            <a:custGeom>
              <a:avLst/>
              <a:gdLst/>
              <a:ahLst/>
              <a:cxnLst/>
              <a:rect r="r" b="b" t="t" l="l"/>
              <a:pathLst>
                <a:path h="1789557" w="6373749">
                  <a:moveTo>
                    <a:pt x="0" y="0"/>
                  </a:moveTo>
                  <a:lnTo>
                    <a:pt x="6373749" y="0"/>
                  </a:lnTo>
                  <a:lnTo>
                    <a:pt x="6373749" y="1789557"/>
                  </a:lnTo>
                  <a:lnTo>
                    <a:pt x="0" y="178955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C8E6F5"/>
              </a:solidFill>
              <a:prstDash val="solid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7028183" y="4467863"/>
            <a:ext cx="135131" cy="1342139"/>
            <a:chOff x="0" y="0"/>
            <a:chExt cx="180175" cy="1789519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80213" cy="1789557"/>
            </a:xfrm>
            <a:custGeom>
              <a:avLst/>
              <a:gdLst/>
              <a:ahLst/>
              <a:cxnLst/>
              <a:rect r="r" b="b" t="t" l="l"/>
              <a:pathLst>
                <a:path h="1789557" w="180213">
                  <a:moveTo>
                    <a:pt x="0" y="0"/>
                  </a:moveTo>
                  <a:lnTo>
                    <a:pt x="180213" y="0"/>
                  </a:lnTo>
                  <a:lnTo>
                    <a:pt x="180213" y="1789557"/>
                  </a:lnTo>
                  <a:lnTo>
                    <a:pt x="0" y="1789557"/>
                  </a:lnTo>
                  <a:close/>
                </a:path>
              </a:pathLst>
            </a:custGeom>
            <a:solidFill>
              <a:srgbClr val="00B4D8"/>
            </a:solidFill>
            <a:ln w="25400" cap="sq">
              <a:solidFill>
                <a:srgbClr val="00B4D8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7278624" y="4553712"/>
            <a:ext cx="4425696" cy="1188720"/>
            <a:chOff x="0" y="0"/>
            <a:chExt cx="5900928" cy="158496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5900928" cy="1584960"/>
            </a:xfrm>
            <a:custGeom>
              <a:avLst/>
              <a:gdLst/>
              <a:ahLst/>
              <a:cxnLst/>
              <a:rect r="r" b="b" t="t" l="l"/>
              <a:pathLst>
                <a:path h="1584960" w="5900928">
                  <a:moveTo>
                    <a:pt x="0" y="0"/>
                  </a:moveTo>
                  <a:lnTo>
                    <a:pt x="5900928" y="0"/>
                  </a:lnTo>
                  <a:lnTo>
                    <a:pt x="5900928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544" r="0" b="-22544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47625"/>
              <a:ext cx="5900928" cy="1632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A2A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React Router + Axios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7028183" y="6022343"/>
            <a:ext cx="4780283" cy="1342139"/>
            <a:chOff x="0" y="0"/>
            <a:chExt cx="6373711" cy="1789519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6373749" cy="1789557"/>
            </a:xfrm>
            <a:custGeom>
              <a:avLst/>
              <a:gdLst/>
              <a:ahLst/>
              <a:cxnLst/>
              <a:rect r="r" b="b" t="t" l="l"/>
              <a:pathLst>
                <a:path h="1789557" w="6373749">
                  <a:moveTo>
                    <a:pt x="0" y="0"/>
                  </a:moveTo>
                  <a:lnTo>
                    <a:pt x="6373749" y="0"/>
                  </a:lnTo>
                  <a:lnTo>
                    <a:pt x="6373749" y="1789557"/>
                  </a:lnTo>
                  <a:lnTo>
                    <a:pt x="0" y="178955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C8E6F5"/>
              </a:solidFill>
              <a:prstDash val="solid"/>
              <a:miter/>
            </a:ln>
          </p:spPr>
        </p:sp>
      </p:grpSp>
      <p:grpSp>
        <p:nvGrpSpPr>
          <p:cNvPr name="Group 69" id="69"/>
          <p:cNvGrpSpPr/>
          <p:nvPr/>
        </p:nvGrpSpPr>
        <p:grpSpPr>
          <a:xfrm rot="0">
            <a:off x="7028183" y="6022343"/>
            <a:ext cx="135131" cy="1342139"/>
            <a:chOff x="0" y="0"/>
            <a:chExt cx="180175" cy="1789519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80213" cy="1789557"/>
            </a:xfrm>
            <a:custGeom>
              <a:avLst/>
              <a:gdLst/>
              <a:ahLst/>
              <a:cxnLst/>
              <a:rect r="r" b="b" t="t" l="l"/>
              <a:pathLst>
                <a:path h="1789557" w="180213">
                  <a:moveTo>
                    <a:pt x="0" y="0"/>
                  </a:moveTo>
                  <a:lnTo>
                    <a:pt x="180213" y="0"/>
                  </a:lnTo>
                  <a:lnTo>
                    <a:pt x="180213" y="1789557"/>
                  </a:lnTo>
                  <a:lnTo>
                    <a:pt x="0" y="1789557"/>
                  </a:lnTo>
                  <a:close/>
                </a:path>
              </a:pathLst>
            </a:custGeom>
            <a:solidFill>
              <a:srgbClr val="00B4D8"/>
            </a:solidFill>
            <a:ln w="25400" cap="sq">
              <a:solidFill>
                <a:srgbClr val="00B4D8"/>
              </a:solidFill>
              <a:prstDash val="solid"/>
              <a:miter/>
            </a:ln>
          </p:spPr>
        </p:sp>
      </p:grpSp>
      <p:grpSp>
        <p:nvGrpSpPr>
          <p:cNvPr name="Group 71" id="71"/>
          <p:cNvGrpSpPr/>
          <p:nvPr/>
        </p:nvGrpSpPr>
        <p:grpSpPr>
          <a:xfrm rot="0">
            <a:off x="7278624" y="6108192"/>
            <a:ext cx="4425696" cy="1188720"/>
            <a:chOff x="0" y="0"/>
            <a:chExt cx="5900928" cy="158496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5900928" cy="1584960"/>
            </a:xfrm>
            <a:custGeom>
              <a:avLst/>
              <a:gdLst/>
              <a:ahLst/>
              <a:cxnLst/>
              <a:rect r="r" b="b" t="t" l="l"/>
              <a:pathLst>
                <a:path h="1584960" w="5900928">
                  <a:moveTo>
                    <a:pt x="0" y="0"/>
                  </a:moveTo>
                  <a:lnTo>
                    <a:pt x="5900928" y="0"/>
                  </a:lnTo>
                  <a:lnTo>
                    <a:pt x="5900928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544" r="0" b="-22544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47625"/>
              <a:ext cx="5900928" cy="1632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A2A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Tailwind CSS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7028183" y="7576823"/>
            <a:ext cx="4780283" cy="1342139"/>
            <a:chOff x="0" y="0"/>
            <a:chExt cx="6373711" cy="1789519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6373749" cy="1789557"/>
            </a:xfrm>
            <a:custGeom>
              <a:avLst/>
              <a:gdLst/>
              <a:ahLst/>
              <a:cxnLst/>
              <a:rect r="r" b="b" t="t" l="l"/>
              <a:pathLst>
                <a:path h="1789557" w="6373749">
                  <a:moveTo>
                    <a:pt x="0" y="0"/>
                  </a:moveTo>
                  <a:lnTo>
                    <a:pt x="6373749" y="0"/>
                  </a:lnTo>
                  <a:lnTo>
                    <a:pt x="6373749" y="1789557"/>
                  </a:lnTo>
                  <a:lnTo>
                    <a:pt x="0" y="178955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C8E6F5"/>
              </a:solidFill>
              <a:prstDash val="solid"/>
              <a:miter/>
            </a:ln>
          </p:spPr>
        </p:sp>
      </p:grpSp>
      <p:grpSp>
        <p:nvGrpSpPr>
          <p:cNvPr name="Group 76" id="76"/>
          <p:cNvGrpSpPr/>
          <p:nvPr/>
        </p:nvGrpSpPr>
        <p:grpSpPr>
          <a:xfrm rot="0">
            <a:off x="7028183" y="7576823"/>
            <a:ext cx="135131" cy="1342139"/>
            <a:chOff x="0" y="0"/>
            <a:chExt cx="180175" cy="1789519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80213" cy="1789557"/>
            </a:xfrm>
            <a:custGeom>
              <a:avLst/>
              <a:gdLst/>
              <a:ahLst/>
              <a:cxnLst/>
              <a:rect r="r" b="b" t="t" l="l"/>
              <a:pathLst>
                <a:path h="1789557" w="180213">
                  <a:moveTo>
                    <a:pt x="0" y="0"/>
                  </a:moveTo>
                  <a:lnTo>
                    <a:pt x="180213" y="0"/>
                  </a:lnTo>
                  <a:lnTo>
                    <a:pt x="180213" y="1789557"/>
                  </a:lnTo>
                  <a:lnTo>
                    <a:pt x="0" y="1789557"/>
                  </a:lnTo>
                  <a:close/>
                </a:path>
              </a:pathLst>
            </a:custGeom>
            <a:solidFill>
              <a:srgbClr val="00B4D8"/>
            </a:solidFill>
            <a:ln w="25400" cap="sq">
              <a:solidFill>
                <a:srgbClr val="00B4D8"/>
              </a:solidFill>
              <a:prstDash val="solid"/>
              <a:miter/>
            </a:ln>
          </p:spPr>
        </p:sp>
      </p:grpSp>
      <p:grpSp>
        <p:nvGrpSpPr>
          <p:cNvPr name="Group 78" id="78"/>
          <p:cNvGrpSpPr/>
          <p:nvPr/>
        </p:nvGrpSpPr>
        <p:grpSpPr>
          <a:xfrm rot="0">
            <a:off x="7278624" y="7662672"/>
            <a:ext cx="4425696" cy="1188720"/>
            <a:chOff x="0" y="0"/>
            <a:chExt cx="5900928" cy="158496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5900928" cy="1584960"/>
            </a:xfrm>
            <a:custGeom>
              <a:avLst/>
              <a:gdLst/>
              <a:ahLst/>
              <a:cxnLst/>
              <a:rect r="r" b="b" t="t" l="l"/>
              <a:pathLst>
                <a:path h="1584960" w="5900928">
                  <a:moveTo>
                    <a:pt x="0" y="0"/>
                  </a:moveTo>
                  <a:lnTo>
                    <a:pt x="5900928" y="0"/>
                  </a:lnTo>
                  <a:lnTo>
                    <a:pt x="5900928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544" r="0" b="-22544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47625"/>
              <a:ext cx="5900928" cy="1632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A2A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Recharts (Analytics)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2788903" y="1779527"/>
            <a:ext cx="5328923" cy="8035547"/>
            <a:chOff x="0" y="0"/>
            <a:chExt cx="7105231" cy="10714063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7105269" cy="10714101"/>
            </a:xfrm>
            <a:custGeom>
              <a:avLst/>
              <a:gdLst/>
              <a:ahLst/>
              <a:cxnLst/>
              <a:rect r="r" b="b" t="t" l="l"/>
              <a:pathLst>
                <a:path h="10714101" w="7105269">
                  <a:moveTo>
                    <a:pt x="0" y="0"/>
                  </a:moveTo>
                  <a:lnTo>
                    <a:pt x="7105269" y="0"/>
                  </a:lnTo>
                  <a:lnTo>
                    <a:pt x="7105269" y="10714101"/>
                  </a:lnTo>
                  <a:lnTo>
                    <a:pt x="0" y="10714101"/>
                  </a:lnTo>
                  <a:close/>
                </a:path>
              </a:pathLst>
            </a:custGeom>
            <a:solidFill>
              <a:srgbClr val="F0F6FB"/>
            </a:solidFill>
            <a:ln w="25400" cap="sq">
              <a:solidFill>
                <a:srgbClr val="D0E8F5"/>
              </a:solidFill>
              <a:prstDash val="solid"/>
              <a:miter/>
            </a:ln>
          </p:spPr>
        </p:sp>
      </p:grpSp>
      <p:grpSp>
        <p:nvGrpSpPr>
          <p:cNvPr name="Group 83" id="83"/>
          <p:cNvGrpSpPr/>
          <p:nvPr/>
        </p:nvGrpSpPr>
        <p:grpSpPr>
          <a:xfrm rot="0">
            <a:off x="12788903" y="1779527"/>
            <a:ext cx="5328923" cy="976379"/>
            <a:chOff x="0" y="0"/>
            <a:chExt cx="7105231" cy="1301839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7105269" cy="1301877"/>
            </a:xfrm>
            <a:custGeom>
              <a:avLst/>
              <a:gdLst/>
              <a:ahLst/>
              <a:cxnLst/>
              <a:rect r="r" b="b" t="t" l="l"/>
              <a:pathLst>
                <a:path h="1301877" w="7105269">
                  <a:moveTo>
                    <a:pt x="0" y="0"/>
                  </a:moveTo>
                  <a:lnTo>
                    <a:pt x="7105269" y="0"/>
                  </a:lnTo>
                  <a:lnTo>
                    <a:pt x="7105269" y="1301877"/>
                  </a:lnTo>
                  <a:lnTo>
                    <a:pt x="0" y="1301877"/>
                  </a:lnTo>
                  <a:close/>
                </a:path>
              </a:pathLst>
            </a:custGeom>
            <a:solidFill>
              <a:srgbClr val="0077A8"/>
            </a:solidFill>
            <a:ln w="25400" cap="sq">
              <a:solidFill>
                <a:srgbClr val="0077A8"/>
              </a:solidFill>
              <a:prstDash val="solid"/>
              <a:miter/>
            </a:ln>
          </p:spPr>
        </p:sp>
      </p:grpSp>
      <p:grpSp>
        <p:nvGrpSpPr>
          <p:cNvPr name="Group 85" id="85"/>
          <p:cNvGrpSpPr/>
          <p:nvPr/>
        </p:nvGrpSpPr>
        <p:grpSpPr>
          <a:xfrm rot="0">
            <a:off x="12801600" y="1792224"/>
            <a:ext cx="5303520" cy="950976"/>
            <a:chOff x="0" y="0"/>
            <a:chExt cx="7071360" cy="1267968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7071360" cy="1267968"/>
            </a:xfrm>
            <a:custGeom>
              <a:avLst/>
              <a:gdLst/>
              <a:ahLst/>
              <a:cxnLst/>
              <a:rect r="r" b="b" t="t" l="l"/>
              <a:pathLst>
                <a:path h="1267968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666" r="0" b="-58666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57150"/>
              <a:ext cx="7071360" cy="13251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Special Libraries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3063223" y="2913383"/>
            <a:ext cx="4780283" cy="1342139"/>
            <a:chOff x="0" y="0"/>
            <a:chExt cx="6373711" cy="1789519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6373749" cy="1789557"/>
            </a:xfrm>
            <a:custGeom>
              <a:avLst/>
              <a:gdLst/>
              <a:ahLst/>
              <a:cxnLst/>
              <a:rect r="r" b="b" t="t" l="l"/>
              <a:pathLst>
                <a:path h="1789557" w="6373749">
                  <a:moveTo>
                    <a:pt x="0" y="0"/>
                  </a:moveTo>
                  <a:lnTo>
                    <a:pt x="6373749" y="0"/>
                  </a:lnTo>
                  <a:lnTo>
                    <a:pt x="6373749" y="1789557"/>
                  </a:lnTo>
                  <a:lnTo>
                    <a:pt x="0" y="178955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C8E6F5"/>
              </a:solidFill>
              <a:prstDash val="solid"/>
              <a:miter/>
            </a:ln>
          </p:spPr>
        </p:sp>
      </p:grpSp>
      <p:grpSp>
        <p:nvGrpSpPr>
          <p:cNvPr name="Group 90" id="90"/>
          <p:cNvGrpSpPr/>
          <p:nvPr/>
        </p:nvGrpSpPr>
        <p:grpSpPr>
          <a:xfrm rot="0">
            <a:off x="13063223" y="2913383"/>
            <a:ext cx="135131" cy="1342139"/>
            <a:chOff x="0" y="0"/>
            <a:chExt cx="180175" cy="1789519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80213" cy="1789557"/>
            </a:xfrm>
            <a:custGeom>
              <a:avLst/>
              <a:gdLst/>
              <a:ahLst/>
              <a:cxnLst/>
              <a:rect r="r" b="b" t="t" l="l"/>
              <a:pathLst>
                <a:path h="1789557" w="180213">
                  <a:moveTo>
                    <a:pt x="0" y="0"/>
                  </a:moveTo>
                  <a:lnTo>
                    <a:pt x="180213" y="0"/>
                  </a:lnTo>
                  <a:lnTo>
                    <a:pt x="180213" y="1789557"/>
                  </a:lnTo>
                  <a:lnTo>
                    <a:pt x="0" y="1789557"/>
                  </a:lnTo>
                  <a:close/>
                </a:path>
              </a:pathLst>
            </a:custGeom>
            <a:solidFill>
              <a:srgbClr val="0077A8"/>
            </a:solidFill>
            <a:ln w="25400" cap="sq">
              <a:solidFill>
                <a:srgbClr val="0077A8"/>
              </a:solidFill>
              <a:prstDash val="solid"/>
              <a:miter/>
            </a:ln>
          </p:spPr>
        </p:sp>
      </p:grpSp>
      <p:grpSp>
        <p:nvGrpSpPr>
          <p:cNvPr name="Group 92" id="92"/>
          <p:cNvGrpSpPr/>
          <p:nvPr/>
        </p:nvGrpSpPr>
        <p:grpSpPr>
          <a:xfrm rot="0">
            <a:off x="13313664" y="2999232"/>
            <a:ext cx="4425696" cy="1188720"/>
            <a:chOff x="0" y="0"/>
            <a:chExt cx="5900928" cy="158496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5900928" cy="1584960"/>
            </a:xfrm>
            <a:custGeom>
              <a:avLst/>
              <a:gdLst/>
              <a:ahLst/>
              <a:cxnLst/>
              <a:rect r="r" b="b" t="t" l="l"/>
              <a:pathLst>
                <a:path h="1584960" w="5900928">
                  <a:moveTo>
                    <a:pt x="0" y="0"/>
                  </a:moveTo>
                  <a:lnTo>
                    <a:pt x="5900928" y="0"/>
                  </a:lnTo>
                  <a:lnTo>
                    <a:pt x="5900928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544" r="0" b="-22544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47625"/>
              <a:ext cx="5900928" cy="1632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A2A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iText 7 (PDF Generation)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3063223" y="4467863"/>
            <a:ext cx="4780283" cy="1342139"/>
            <a:chOff x="0" y="0"/>
            <a:chExt cx="6373711" cy="1789519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6373749" cy="1789557"/>
            </a:xfrm>
            <a:custGeom>
              <a:avLst/>
              <a:gdLst/>
              <a:ahLst/>
              <a:cxnLst/>
              <a:rect r="r" b="b" t="t" l="l"/>
              <a:pathLst>
                <a:path h="1789557" w="6373749">
                  <a:moveTo>
                    <a:pt x="0" y="0"/>
                  </a:moveTo>
                  <a:lnTo>
                    <a:pt x="6373749" y="0"/>
                  </a:lnTo>
                  <a:lnTo>
                    <a:pt x="6373749" y="1789557"/>
                  </a:lnTo>
                  <a:lnTo>
                    <a:pt x="0" y="178955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C8E6F5"/>
              </a:solidFill>
              <a:prstDash val="solid"/>
              <a:miter/>
            </a:ln>
          </p:spPr>
        </p:sp>
      </p:grpSp>
      <p:grpSp>
        <p:nvGrpSpPr>
          <p:cNvPr name="Group 97" id="97"/>
          <p:cNvGrpSpPr/>
          <p:nvPr/>
        </p:nvGrpSpPr>
        <p:grpSpPr>
          <a:xfrm rot="0">
            <a:off x="13063223" y="4467863"/>
            <a:ext cx="135131" cy="1342139"/>
            <a:chOff x="0" y="0"/>
            <a:chExt cx="180175" cy="1789519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180213" cy="1789557"/>
            </a:xfrm>
            <a:custGeom>
              <a:avLst/>
              <a:gdLst/>
              <a:ahLst/>
              <a:cxnLst/>
              <a:rect r="r" b="b" t="t" l="l"/>
              <a:pathLst>
                <a:path h="1789557" w="180213">
                  <a:moveTo>
                    <a:pt x="0" y="0"/>
                  </a:moveTo>
                  <a:lnTo>
                    <a:pt x="180213" y="0"/>
                  </a:lnTo>
                  <a:lnTo>
                    <a:pt x="180213" y="1789557"/>
                  </a:lnTo>
                  <a:lnTo>
                    <a:pt x="0" y="1789557"/>
                  </a:lnTo>
                  <a:close/>
                </a:path>
              </a:pathLst>
            </a:custGeom>
            <a:solidFill>
              <a:srgbClr val="0077A8"/>
            </a:solidFill>
            <a:ln w="25400" cap="sq">
              <a:solidFill>
                <a:srgbClr val="0077A8"/>
              </a:solidFill>
              <a:prstDash val="solid"/>
              <a:miter/>
            </a:ln>
          </p:spPr>
        </p:sp>
      </p:grpSp>
      <p:grpSp>
        <p:nvGrpSpPr>
          <p:cNvPr name="Group 99" id="99"/>
          <p:cNvGrpSpPr/>
          <p:nvPr/>
        </p:nvGrpSpPr>
        <p:grpSpPr>
          <a:xfrm rot="0">
            <a:off x="13313664" y="4553712"/>
            <a:ext cx="4425696" cy="1188720"/>
            <a:chOff x="0" y="0"/>
            <a:chExt cx="5900928" cy="158496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5900928" cy="1584960"/>
            </a:xfrm>
            <a:custGeom>
              <a:avLst/>
              <a:gdLst/>
              <a:ahLst/>
              <a:cxnLst/>
              <a:rect r="r" b="b" t="t" l="l"/>
              <a:pathLst>
                <a:path h="1584960" w="5900928">
                  <a:moveTo>
                    <a:pt x="0" y="0"/>
                  </a:moveTo>
                  <a:lnTo>
                    <a:pt x="5900928" y="0"/>
                  </a:lnTo>
                  <a:lnTo>
                    <a:pt x="5900928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544" r="0" b="-22544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47625"/>
              <a:ext cx="5900928" cy="1632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A2A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Spring Mail / Gmail SMTP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13063223" y="6022343"/>
            <a:ext cx="4780283" cy="1342139"/>
            <a:chOff x="0" y="0"/>
            <a:chExt cx="6373711" cy="1789519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6373749" cy="1789557"/>
            </a:xfrm>
            <a:custGeom>
              <a:avLst/>
              <a:gdLst/>
              <a:ahLst/>
              <a:cxnLst/>
              <a:rect r="r" b="b" t="t" l="l"/>
              <a:pathLst>
                <a:path h="1789557" w="6373749">
                  <a:moveTo>
                    <a:pt x="0" y="0"/>
                  </a:moveTo>
                  <a:lnTo>
                    <a:pt x="6373749" y="0"/>
                  </a:lnTo>
                  <a:lnTo>
                    <a:pt x="6373749" y="1789557"/>
                  </a:lnTo>
                  <a:lnTo>
                    <a:pt x="0" y="178955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C8E6F5"/>
              </a:solidFill>
              <a:prstDash val="solid"/>
              <a:miter/>
            </a:ln>
          </p:spPr>
        </p:sp>
      </p:grpSp>
      <p:grpSp>
        <p:nvGrpSpPr>
          <p:cNvPr name="Group 104" id="104"/>
          <p:cNvGrpSpPr/>
          <p:nvPr/>
        </p:nvGrpSpPr>
        <p:grpSpPr>
          <a:xfrm rot="0">
            <a:off x="13063223" y="6022343"/>
            <a:ext cx="135131" cy="1342139"/>
            <a:chOff x="0" y="0"/>
            <a:chExt cx="180175" cy="1789519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180213" cy="1789557"/>
            </a:xfrm>
            <a:custGeom>
              <a:avLst/>
              <a:gdLst/>
              <a:ahLst/>
              <a:cxnLst/>
              <a:rect r="r" b="b" t="t" l="l"/>
              <a:pathLst>
                <a:path h="1789557" w="180213">
                  <a:moveTo>
                    <a:pt x="0" y="0"/>
                  </a:moveTo>
                  <a:lnTo>
                    <a:pt x="180213" y="0"/>
                  </a:lnTo>
                  <a:lnTo>
                    <a:pt x="180213" y="1789557"/>
                  </a:lnTo>
                  <a:lnTo>
                    <a:pt x="0" y="1789557"/>
                  </a:lnTo>
                  <a:close/>
                </a:path>
              </a:pathLst>
            </a:custGeom>
            <a:solidFill>
              <a:srgbClr val="0077A8"/>
            </a:solidFill>
            <a:ln w="25400" cap="sq">
              <a:solidFill>
                <a:srgbClr val="0077A8"/>
              </a:solidFill>
              <a:prstDash val="solid"/>
              <a:miter/>
            </a:ln>
          </p:spPr>
        </p:sp>
      </p:grpSp>
      <p:grpSp>
        <p:nvGrpSpPr>
          <p:cNvPr name="Group 106" id="106"/>
          <p:cNvGrpSpPr/>
          <p:nvPr/>
        </p:nvGrpSpPr>
        <p:grpSpPr>
          <a:xfrm rot="0">
            <a:off x="13313664" y="6108192"/>
            <a:ext cx="4425696" cy="1188720"/>
            <a:chOff x="0" y="0"/>
            <a:chExt cx="5900928" cy="1584960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5900928" cy="1584960"/>
            </a:xfrm>
            <a:custGeom>
              <a:avLst/>
              <a:gdLst/>
              <a:ahLst/>
              <a:cxnLst/>
              <a:rect r="r" b="b" t="t" l="l"/>
              <a:pathLst>
                <a:path h="1584960" w="5900928">
                  <a:moveTo>
                    <a:pt x="0" y="0"/>
                  </a:moveTo>
                  <a:lnTo>
                    <a:pt x="5900928" y="0"/>
                  </a:lnTo>
                  <a:lnTo>
                    <a:pt x="5900928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544" r="0" b="-22544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47625"/>
              <a:ext cx="5900928" cy="1632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A2A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JWT (Stateless Auth)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13063223" y="7576823"/>
            <a:ext cx="4780283" cy="1342139"/>
            <a:chOff x="0" y="0"/>
            <a:chExt cx="6373711" cy="1789519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6373749" cy="1789557"/>
            </a:xfrm>
            <a:custGeom>
              <a:avLst/>
              <a:gdLst/>
              <a:ahLst/>
              <a:cxnLst/>
              <a:rect r="r" b="b" t="t" l="l"/>
              <a:pathLst>
                <a:path h="1789557" w="6373749">
                  <a:moveTo>
                    <a:pt x="0" y="0"/>
                  </a:moveTo>
                  <a:lnTo>
                    <a:pt x="6373749" y="0"/>
                  </a:lnTo>
                  <a:lnTo>
                    <a:pt x="6373749" y="1789557"/>
                  </a:lnTo>
                  <a:lnTo>
                    <a:pt x="0" y="178955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C8E6F5"/>
              </a:solidFill>
              <a:prstDash val="solid"/>
              <a:miter/>
            </a:ln>
          </p:spPr>
        </p:sp>
      </p:grpSp>
      <p:grpSp>
        <p:nvGrpSpPr>
          <p:cNvPr name="Group 111" id="111"/>
          <p:cNvGrpSpPr/>
          <p:nvPr/>
        </p:nvGrpSpPr>
        <p:grpSpPr>
          <a:xfrm rot="0">
            <a:off x="13063223" y="7576823"/>
            <a:ext cx="135131" cy="1342139"/>
            <a:chOff x="0" y="0"/>
            <a:chExt cx="180175" cy="1789519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180213" cy="1789557"/>
            </a:xfrm>
            <a:custGeom>
              <a:avLst/>
              <a:gdLst/>
              <a:ahLst/>
              <a:cxnLst/>
              <a:rect r="r" b="b" t="t" l="l"/>
              <a:pathLst>
                <a:path h="1789557" w="180213">
                  <a:moveTo>
                    <a:pt x="0" y="0"/>
                  </a:moveTo>
                  <a:lnTo>
                    <a:pt x="180213" y="0"/>
                  </a:lnTo>
                  <a:lnTo>
                    <a:pt x="180213" y="1789557"/>
                  </a:lnTo>
                  <a:lnTo>
                    <a:pt x="0" y="1789557"/>
                  </a:lnTo>
                  <a:close/>
                </a:path>
              </a:pathLst>
            </a:custGeom>
            <a:solidFill>
              <a:srgbClr val="0077A8"/>
            </a:solidFill>
            <a:ln w="25400" cap="sq">
              <a:solidFill>
                <a:srgbClr val="0077A8"/>
              </a:solidFill>
              <a:prstDash val="solid"/>
              <a:miter/>
            </a:ln>
          </p:spPr>
        </p:sp>
      </p:grpSp>
      <p:grpSp>
        <p:nvGrpSpPr>
          <p:cNvPr name="Group 113" id="113"/>
          <p:cNvGrpSpPr/>
          <p:nvPr/>
        </p:nvGrpSpPr>
        <p:grpSpPr>
          <a:xfrm rot="0">
            <a:off x="13313664" y="7662672"/>
            <a:ext cx="4425696" cy="1188720"/>
            <a:chOff x="0" y="0"/>
            <a:chExt cx="5900928" cy="158496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5900928" cy="1584960"/>
            </a:xfrm>
            <a:custGeom>
              <a:avLst/>
              <a:gdLst/>
              <a:ahLst/>
              <a:cxnLst/>
              <a:rect r="r" b="b" t="t" l="l"/>
              <a:pathLst>
                <a:path h="1584960" w="5900928">
                  <a:moveTo>
                    <a:pt x="0" y="0"/>
                  </a:moveTo>
                  <a:lnTo>
                    <a:pt x="5900928" y="0"/>
                  </a:lnTo>
                  <a:lnTo>
                    <a:pt x="5900928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544" r="0" b="-22544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47625"/>
              <a:ext cx="5900928" cy="1632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A2A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Hibernate Validator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17178023" y="9314183"/>
            <a:ext cx="665483" cy="665483"/>
            <a:chOff x="0" y="0"/>
            <a:chExt cx="887311" cy="887311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887349" cy="887349"/>
            </a:xfrm>
            <a:custGeom>
              <a:avLst/>
              <a:gdLst/>
              <a:ahLst/>
              <a:cxnLst/>
              <a:rect r="r" b="b" t="t" l="l"/>
              <a:pathLst>
                <a:path h="887349" w="887349">
                  <a:moveTo>
                    <a:pt x="0" y="443611"/>
                  </a:moveTo>
                  <a:cubicBezTo>
                    <a:pt x="0" y="198628"/>
                    <a:pt x="198628" y="0"/>
                    <a:pt x="443611" y="0"/>
                  </a:cubicBezTo>
                  <a:cubicBezTo>
                    <a:pt x="688594" y="0"/>
                    <a:pt x="887349" y="198628"/>
                    <a:pt x="887349" y="443611"/>
                  </a:cubicBezTo>
                  <a:cubicBezTo>
                    <a:pt x="887349" y="688594"/>
                    <a:pt x="688721" y="887349"/>
                    <a:pt x="443611" y="887349"/>
                  </a:cubicBezTo>
                  <a:cubicBezTo>
                    <a:pt x="198501" y="887349"/>
                    <a:pt x="0" y="688721"/>
                    <a:pt x="0" y="443611"/>
                  </a:cubicBezTo>
                  <a:close/>
                </a:path>
              </a:pathLst>
            </a:custGeom>
            <a:solidFill>
              <a:srgbClr val="00B4D8"/>
            </a:solidFill>
            <a:ln w="25400" cap="sq">
              <a:solidFill>
                <a:srgbClr val="00B4D8"/>
              </a:solidFill>
              <a:prstDash val="solid"/>
              <a:miter/>
            </a:ln>
          </p:spPr>
        </p:sp>
      </p:grpSp>
      <p:grpSp>
        <p:nvGrpSpPr>
          <p:cNvPr name="Group 118" id="118"/>
          <p:cNvGrpSpPr/>
          <p:nvPr/>
        </p:nvGrpSpPr>
        <p:grpSpPr>
          <a:xfrm rot="0">
            <a:off x="17190720" y="9290304"/>
            <a:ext cx="640080" cy="640080"/>
            <a:chOff x="0" y="0"/>
            <a:chExt cx="853440" cy="853440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20" id="120"/>
            <p:cNvSpPr txBox="true"/>
            <p:nvPr/>
          </p:nvSpPr>
          <p:spPr>
            <a:xfrm>
              <a:off x="0" y="-38100"/>
              <a:ext cx="8534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354587"/>
            <a:chOff x="0" y="0"/>
            <a:chExt cx="24417871" cy="4727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472821"/>
            </a:xfrm>
            <a:custGeom>
              <a:avLst/>
              <a:gdLst/>
              <a:ahLst/>
              <a:cxnLst/>
              <a:rect r="r" b="b" t="t" l="l"/>
              <a:pathLst>
                <a:path h="472821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472821"/>
                  </a:lnTo>
                  <a:lnTo>
                    <a:pt x="0" y="472821"/>
                  </a:lnTo>
                  <a:close/>
                </a:path>
              </a:pathLst>
            </a:custGeom>
            <a:solidFill>
              <a:srgbClr val="1E3A5F"/>
            </a:solidFill>
            <a:ln w="25400" cap="sq">
              <a:solidFill>
                <a:srgbClr val="1E3A5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18823" y="468763"/>
            <a:ext cx="153419" cy="1031243"/>
            <a:chOff x="0" y="0"/>
            <a:chExt cx="204559" cy="137499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4597" cy="1375029"/>
            </a:xfrm>
            <a:custGeom>
              <a:avLst/>
              <a:gdLst/>
              <a:ahLst/>
              <a:cxnLst/>
              <a:rect r="r" b="b" t="t" l="l"/>
              <a:pathLst>
                <a:path h="1375029" w="204597">
                  <a:moveTo>
                    <a:pt x="0" y="0"/>
                  </a:moveTo>
                  <a:lnTo>
                    <a:pt x="204597" y="0"/>
                  </a:lnTo>
                  <a:lnTo>
                    <a:pt x="204597" y="1375029"/>
                  </a:lnTo>
                  <a:lnTo>
                    <a:pt x="0" y="1375029"/>
                  </a:lnTo>
                  <a:close/>
                </a:path>
              </a:pathLst>
            </a:custGeom>
            <a:solidFill>
              <a:srgbClr val="00B4D8"/>
            </a:solidFill>
            <a:ln w="25400" cap="sq">
              <a:solidFill>
                <a:srgbClr val="00B4D8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005840" y="408308"/>
            <a:ext cx="16459200" cy="1188720"/>
            <a:chOff x="0" y="0"/>
            <a:chExt cx="21945600" cy="15849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792" r="0" b="-21979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04775"/>
              <a:ext cx="21945600" cy="16897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1E3A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System Architecture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18823" y="1486919"/>
            <a:ext cx="16850363" cy="80267"/>
            <a:chOff x="0" y="0"/>
            <a:chExt cx="22467151" cy="10702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467188" cy="107061"/>
            </a:xfrm>
            <a:custGeom>
              <a:avLst/>
              <a:gdLst/>
              <a:ahLst/>
              <a:cxnLst/>
              <a:rect r="r" b="b" t="t" l="l"/>
              <a:pathLst>
                <a:path h="107061" w="22467188">
                  <a:moveTo>
                    <a:pt x="0" y="0"/>
                  </a:moveTo>
                  <a:lnTo>
                    <a:pt x="22467188" y="0"/>
                  </a:lnTo>
                  <a:lnTo>
                    <a:pt x="22467188" y="107061"/>
                  </a:lnTo>
                  <a:lnTo>
                    <a:pt x="0" y="107061"/>
                  </a:lnTo>
                  <a:close/>
                </a:path>
              </a:pathLst>
            </a:custGeom>
            <a:solidFill>
              <a:srgbClr val="F0F6FB"/>
            </a:solidFill>
            <a:ln w="25400" cap="sq">
              <a:solidFill>
                <a:srgbClr val="F0F6FB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5839458" y="1816103"/>
            <a:ext cx="10266683" cy="1579883"/>
            <a:chOff x="0" y="0"/>
            <a:chExt cx="13688911" cy="210651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688949" cy="2106549"/>
            </a:xfrm>
            <a:custGeom>
              <a:avLst/>
              <a:gdLst/>
              <a:ahLst/>
              <a:cxnLst/>
              <a:rect r="r" b="b" t="t" l="l"/>
              <a:pathLst>
                <a:path h="2106549" w="13688949">
                  <a:moveTo>
                    <a:pt x="0" y="0"/>
                  </a:moveTo>
                  <a:lnTo>
                    <a:pt x="13688949" y="0"/>
                  </a:lnTo>
                  <a:lnTo>
                    <a:pt x="13688949" y="2106549"/>
                  </a:lnTo>
                  <a:lnTo>
                    <a:pt x="0" y="2106549"/>
                  </a:lnTo>
                  <a:close/>
                </a:path>
              </a:pathLst>
            </a:custGeom>
            <a:solidFill>
              <a:srgbClr val="00B4D8"/>
            </a:solidFill>
            <a:ln w="25400" cap="sq">
              <a:solidFill>
                <a:srgbClr val="00B4D8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6126475" y="2011680"/>
            <a:ext cx="1188720" cy="1188720"/>
            <a:chOff x="0" y="0"/>
            <a:chExt cx="1584960" cy="1584960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15849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1584960"/>
                  </a:lnTo>
                  <a:lnTo>
                    <a:pt x="0" y="1584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7498075" y="1883664"/>
            <a:ext cx="8229600" cy="694944"/>
            <a:chOff x="0" y="0"/>
            <a:chExt cx="10972800" cy="92659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972800" cy="926592"/>
            </a:xfrm>
            <a:custGeom>
              <a:avLst/>
              <a:gdLst/>
              <a:ahLst/>
              <a:cxnLst/>
              <a:rect r="r" b="b" t="t" l="l"/>
              <a:pathLst>
                <a:path h="92659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0743" r="0" b="-180743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1097280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React Frontend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7589515" y="2622804"/>
            <a:ext cx="804672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C8E8F5"/>
                </a:solidFill>
                <a:latin typeface="Calibri (MS)"/>
                <a:ea typeface="Calibri (MS)"/>
                <a:cs typeface="Calibri (MS)"/>
                <a:sym typeface="Calibri (MS)"/>
              </a:rPr>
              <a:t>React 18 + Vite + Tailwind CSS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0332715" y="3383280"/>
            <a:ext cx="1280160" cy="768096"/>
            <a:chOff x="0" y="0"/>
            <a:chExt cx="1706880" cy="102412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7068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66675"/>
              <a:ext cx="1706880" cy="10908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⇅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149835" y="3462661"/>
            <a:ext cx="5486400" cy="621792"/>
            <a:chOff x="0" y="0"/>
            <a:chExt cx="7315200" cy="82905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315200" cy="829056"/>
            </a:xfrm>
            <a:custGeom>
              <a:avLst/>
              <a:gdLst/>
              <a:ahLst/>
              <a:cxnLst/>
              <a:rect r="r" b="b" t="t" l="l"/>
              <a:pathLst>
                <a:path h="829056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1926" r="0" b="-121926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7315200" cy="867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REST API (Axios + JWT Token)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5839458" y="4193543"/>
            <a:ext cx="10266683" cy="1579883"/>
            <a:chOff x="0" y="0"/>
            <a:chExt cx="13688911" cy="210651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3688949" cy="2106549"/>
            </a:xfrm>
            <a:custGeom>
              <a:avLst/>
              <a:gdLst/>
              <a:ahLst/>
              <a:cxnLst/>
              <a:rect r="r" b="b" t="t" l="l"/>
              <a:pathLst>
                <a:path h="2106549" w="13688949">
                  <a:moveTo>
                    <a:pt x="0" y="0"/>
                  </a:moveTo>
                  <a:lnTo>
                    <a:pt x="13688949" y="0"/>
                  </a:lnTo>
                  <a:lnTo>
                    <a:pt x="13688949" y="2106549"/>
                  </a:lnTo>
                  <a:lnTo>
                    <a:pt x="0" y="2106549"/>
                  </a:lnTo>
                  <a:close/>
                </a:path>
              </a:pathLst>
            </a:custGeom>
            <a:solidFill>
              <a:srgbClr val="1E3A5F"/>
            </a:solidFill>
            <a:ln w="25400" cap="sq">
              <a:solidFill>
                <a:srgbClr val="1E3A5F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6126475" y="4389120"/>
            <a:ext cx="1188720" cy="1188720"/>
            <a:chOff x="0" y="0"/>
            <a:chExt cx="1584960" cy="1584960"/>
          </a:xfrm>
        </p:grpSpPr>
        <p:sp>
          <p:nvSpPr>
            <p:cNvPr name="Freeform 28" id="28" descr="preencoded.png"/>
            <p:cNvSpPr/>
            <p:nvPr/>
          </p:nvSpPr>
          <p:spPr>
            <a:xfrm flipH="false" flipV="false" rot="0">
              <a:off x="0" y="0"/>
              <a:ext cx="15849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1584960"/>
                  </a:lnTo>
                  <a:lnTo>
                    <a:pt x="0" y="1584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7498075" y="4261104"/>
            <a:ext cx="8229600" cy="694944"/>
            <a:chOff x="0" y="0"/>
            <a:chExt cx="10972800" cy="92659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972800" cy="926592"/>
            </a:xfrm>
            <a:custGeom>
              <a:avLst/>
              <a:gdLst/>
              <a:ahLst/>
              <a:cxnLst/>
              <a:rect r="r" b="b" t="t" l="l"/>
              <a:pathLst>
                <a:path h="92659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0743" r="0" b="-180743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1097280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Spring Boot Backend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7589515" y="5000244"/>
            <a:ext cx="804672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C8E8F5"/>
                </a:solidFill>
                <a:latin typeface="Calibri (MS)"/>
                <a:ea typeface="Calibri (MS)"/>
                <a:cs typeface="Calibri (MS)"/>
                <a:sym typeface="Calibri (MS)"/>
              </a:rPr>
              <a:t>REST API · Spring Security · JPA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0332715" y="5760720"/>
            <a:ext cx="1280160" cy="768096"/>
            <a:chOff x="0" y="0"/>
            <a:chExt cx="1706880" cy="102412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7068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66675"/>
              <a:ext cx="1706880" cy="10908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⇅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472608" y="5859151"/>
            <a:ext cx="5486400" cy="621792"/>
            <a:chOff x="0" y="0"/>
            <a:chExt cx="7315200" cy="82905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315200" cy="829056"/>
            </a:xfrm>
            <a:custGeom>
              <a:avLst/>
              <a:gdLst/>
              <a:ahLst/>
              <a:cxnLst/>
              <a:rect r="r" b="b" t="t" l="l"/>
              <a:pathLst>
                <a:path h="829056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1926" r="0" b="-121926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7315200" cy="867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JPA / Hibernate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5839458" y="6570983"/>
            <a:ext cx="10266683" cy="1579883"/>
            <a:chOff x="0" y="0"/>
            <a:chExt cx="13688911" cy="210651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3688949" cy="2106549"/>
            </a:xfrm>
            <a:custGeom>
              <a:avLst/>
              <a:gdLst/>
              <a:ahLst/>
              <a:cxnLst/>
              <a:rect r="r" b="b" t="t" l="l"/>
              <a:pathLst>
                <a:path h="2106549" w="13688949">
                  <a:moveTo>
                    <a:pt x="0" y="0"/>
                  </a:moveTo>
                  <a:lnTo>
                    <a:pt x="13688949" y="0"/>
                  </a:lnTo>
                  <a:lnTo>
                    <a:pt x="13688949" y="2106549"/>
                  </a:lnTo>
                  <a:lnTo>
                    <a:pt x="0" y="2106549"/>
                  </a:lnTo>
                  <a:close/>
                </a:path>
              </a:pathLst>
            </a:custGeom>
            <a:solidFill>
              <a:srgbClr val="0077A8"/>
            </a:solidFill>
            <a:ln w="25400" cap="sq">
              <a:solidFill>
                <a:srgbClr val="0077A8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6126475" y="6766560"/>
            <a:ext cx="1188720" cy="1188720"/>
            <a:chOff x="0" y="0"/>
            <a:chExt cx="1584960" cy="1584960"/>
          </a:xfrm>
        </p:grpSpPr>
        <p:sp>
          <p:nvSpPr>
            <p:cNvPr name="Freeform 42" id="42" descr="preencoded.png"/>
            <p:cNvSpPr/>
            <p:nvPr/>
          </p:nvSpPr>
          <p:spPr>
            <a:xfrm flipH="false" flipV="false" rot="0">
              <a:off x="0" y="0"/>
              <a:ext cx="15849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1584960"/>
                  </a:lnTo>
                  <a:lnTo>
                    <a:pt x="0" y="1584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7498075" y="6638544"/>
            <a:ext cx="8229600" cy="694944"/>
            <a:chOff x="0" y="0"/>
            <a:chExt cx="10972800" cy="92659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972800" cy="926592"/>
            </a:xfrm>
            <a:custGeom>
              <a:avLst/>
              <a:gdLst/>
              <a:ahLst/>
              <a:cxnLst/>
              <a:rect r="r" b="b" t="t" l="l"/>
              <a:pathLst>
                <a:path h="92659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0743" r="0" b="-180743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1097280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MySQL Database</a:t>
              </a: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5760720" y="7377684"/>
            <a:ext cx="804672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C8E8F5"/>
                </a:solidFill>
                <a:latin typeface="Calibri (MS)"/>
                <a:ea typeface="Calibri (MS)"/>
                <a:cs typeface="Calibri (MS)"/>
                <a:sym typeface="Calibri (MS)"/>
              </a:rPr>
              <a:t>Persistent Storage · Relational DB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2181858" y="1816103"/>
            <a:ext cx="3225803" cy="6609083"/>
            <a:chOff x="0" y="0"/>
            <a:chExt cx="4301071" cy="881211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301109" cy="8812149"/>
            </a:xfrm>
            <a:custGeom>
              <a:avLst/>
              <a:gdLst/>
              <a:ahLst/>
              <a:cxnLst/>
              <a:rect r="r" b="b" t="t" l="l"/>
              <a:pathLst>
                <a:path h="8812149" w="4301109">
                  <a:moveTo>
                    <a:pt x="0" y="0"/>
                  </a:moveTo>
                  <a:lnTo>
                    <a:pt x="4301109" y="0"/>
                  </a:lnTo>
                  <a:lnTo>
                    <a:pt x="4301109" y="8812149"/>
                  </a:lnTo>
                  <a:lnTo>
                    <a:pt x="0" y="8812149"/>
                  </a:lnTo>
                  <a:close/>
                </a:path>
              </a:pathLst>
            </a:custGeom>
            <a:solidFill>
              <a:srgbClr val="FFF8E1"/>
            </a:solidFill>
            <a:ln w="25400" cap="sq">
              <a:solidFill>
                <a:srgbClr val="FFD54F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2194555" y="1828800"/>
            <a:ext cx="3200400" cy="768096"/>
            <a:chOff x="0" y="0"/>
            <a:chExt cx="4267200" cy="1024128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2672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426720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B886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Cross-Cutting Concerns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2926075" y="2834640"/>
            <a:ext cx="1005840" cy="1005840"/>
            <a:chOff x="0" y="0"/>
            <a:chExt cx="1341120" cy="1341120"/>
          </a:xfrm>
        </p:grpSpPr>
        <p:sp>
          <p:nvSpPr>
            <p:cNvPr name="Freeform 53" id="53" descr="preencoded.png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2231131" y="3931920"/>
            <a:ext cx="3108960" cy="1097280"/>
            <a:chOff x="0" y="0"/>
            <a:chExt cx="4145280" cy="146304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1452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07" r="0" b="-5207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414528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1A2A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JWT Auth Filter</a:t>
              </a:r>
            </a:p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1A2A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(every request)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2596891" y="5212080"/>
            <a:ext cx="914400" cy="822960"/>
            <a:chOff x="0" y="0"/>
            <a:chExt cx="1219200" cy="1097280"/>
          </a:xfrm>
        </p:grpSpPr>
        <p:sp>
          <p:nvSpPr>
            <p:cNvPr name="Freeform 58" id="58" descr="preencoded.png"/>
            <p:cNvSpPr/>
            <p:nvPr/>
          </p:nvSpPr>
          <p:spPr>
            <a:xfrm flipH="false" flipV="false" rot="0">
              <a:off x="0" y="0"/>
              <a:ext cx="1219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5555" r="0" b="-5555"/>
              </a:stretch>
            </a:blip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3566155" y="5212080"/>
            <a:ext cx="914400" cy="822960"/>
            <a:chOff x="0" y="0"/>
            <a:chExt cx="1219200" cy="1097280"/>
          </a:xfrm>
        </p:grpSpPr>
        <p:sp>
          <p:nvSpPr>
            <p:cNvPr name="Freeform 60" id="60" descr="preencoded.png"/>
            <p:cNvSpPr/>
            <p:nvPr/>
          </p:nvSpPr>
          <p:spPr>
            <a:xfrm flipH="false" flipV="false" rot="0">
              <a:off x="0" y="0"/>
              <a:ext cx="1219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5555" r="0" b="-5555"/>
              </a:stretch>
            </a:blip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2231131" y="6126480"/>
            <a:ext cx="3108960" cy="1097280"/>
            <a:chOff x="0" y="0"/>
            <a:chExt cx="4145280" cy="146304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41452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07" r="0" b="-5207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414528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1A2A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Email + PDF Service</a:t>
              </a:r>
            </a:p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1A2A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(on result submit)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353063" y="8582663"/>
            <a:ext cx="17581883" cy="1031243"/>
            <a:chOff x="0" y="0"/>
            <a:chExt cx="23442511" cy="1374991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3442549" cy="1375029"/>
            </a:xfrm>
            <a:custGeom>
              <a:avLst/>
              <a:gdLst/>
              <a:ahLst/>
              <a:cxnLst/>
              <a:rect r="r" b="b" t="t" l="l"/>
              <a:pathLst>
                <a:path h="1375029" w="23442549">
                  <a:moveTo>
                    <a:pt x="0" y="0"/>
                  </a:moveTo>
                  <a:lnTo>
                    <a:pt x="23442549" y="0"/>
                  </a:lnTo>
                  <a:lnTo>
                    <a:pt x="23442549" y="1375029"/>
                  </a:lnTo>
                  <a:lnTo>
                    <a:pt x="0" y="1375029"/>
                  </a:lnTo>
                  <a:close/>
                </a:path>
              </a:pathLst>
            </a:custGeom>
            <a:solidFill>
              <a:srgbClr val="E8F8FC"/>
            </a:solidFill>
            <a:ln w="25400" cap="sq">
              <a:solidFill>
                <a:srgbClr val="B0E4F0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365760" y="8595360"/>
            <a:ext cx="17556480" cy="1005840"/>
            <a:chOff x="0" y="0"/>
            <a:chExt cx="23408640" cy="134112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340863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102" r="0" b="-290102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47625"/>
              <a:ext cx="2340864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077A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📌  Stateless API  ·  Role-Based Access Control (ADMIN / STUDENT)  ·  JWT secured every endpoint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7178023" y="9314183"/>
            <a:ext cx="665483" cy="665483"/>
            <a:chOff x="0" y="0"/>
            <a:chExt cx="887311" cy="887311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887349" cy="887349"/>
            </a:xfrm>
            <a:custGeom>
              <a:avLst/>
              <a:gdLst/>
              <a:ahLst/>
              <a:cxnLst/>
              <a:rect r="r" b="b" t="t" l="l"/>
              <a:pathLst>
                <a:path h="887349" w="887349">
                  <a:moveTo>
                    <a:pt x="0" y="443611"/>
                  </a:moveTo>
                  <a:cubicBezTo>
                    <a:pt x="0" y="198628"/>
                    <a:pt x="198628" y="0"/>
                    <a:pt x="443611" y="0"/>
                  </a:cubicBezTo>
                  <a:cubicBezTo>
                    <a:pt x="688594" y="0"/>
                    <a:pt x="887349" y="198628"/>
                    <a:pt x="887349" y="443611"/>
                  </a:cubicBezTo>
                  <a:cubicBezTo>
                    <a:pt x="887349" y="688594"/>
                    <a:pt x="688721" y="887349"/>
                    <a:pt x="443611" y="887349"/>
                  </a:cubicBezTo>
                  <a:cubicBezTo>
                    <a:pt x="198501" y="887349"/>
                    <a:pt x="0" y="688721"/>
                    <a:pt x="0" y="443611"/>
                  </a:cubicBezTo>
                  <a:close/>
                </a:path>
              </a:pathLst>
            </a:custGeom>
            <a:solidFill>
              <a:srgbClr val="00B4D8"/>
            </a:solidFill>
            <a:ln w="25400" cap="sq">
              <a:solidFill>
                <a:srgbClr val="00B4D8"/>
              </a:solidFill>
              <a:prstDash val="solid"/>
              <a:miter/>
            </a:ln>
          </p:spPr>
        </p:sp>
      </p:grpSp>
      <p:grpSp>
        <p:nvGrpSpPr>
          <p:cNvPr name="Group 71" id="71"/>
          <p:cNvGrpSpPr/>
          <p:nvPr/>
        </p:nvGrpSpPr>
        <p:grpSpPr>
          <a:xfrm rot="0">
            <a:off x="17190720" y="9290304"/>
            <a:ext cx="640080" cy="640080"/>
            <a:chOff x="0" y="0"/>
            <a:chExt cx="853440" cy="85344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8534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354587"/>
            <a:chOff x="0" y="0"/>
            <a:chExt cx="24417871" cy="4727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472821"/>
            </a:xfrm>
            <a:custGeom>
              <a:avLst/>
              <a:gdLst/>
              <a:ahLst/>
              <a:cxnLst/>
              <a:rect r="r" b="b" t="t" l="l"/>
              <a:pathLst>
                <a:path h="472821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472821"/>
                  </a:lnTo>
                  <a:lnTo>
                    <a:pt x="0" y="472821"/>
                  </a:lnTo>
                  <a:close/>
                </a:path>
              </a:pathLst>
            </a:custGeom>
            <a:solidFill>
              <a:srgbClr val="1E3A5F"/>
            </a:solidFill>
            <a:ln w="25400" cap="sq">
              <a:solidFill>
                <a:srgbClr val="1E3A5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18823" y="494795"/>
            <a:ext cx="153419" cy="1031243"/>
            <a:chOff x="0" y="0"/>
            <a:chExt cx="204559" cy="137499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4597" cy="1375029"/>
            </a:xfrm>
            <a:custGeom>
              <a:avLst/>
              <a:gdLst/>
              <a:ahLst/>
              <a:cxnLst/>
              <a:rect r="r" b="b" t="t" l="l"/>
              <a:pathLst>
                <a:path h="1375029" w="204597">
                  <a:moveTo>
                    <a:pt x="0" y="0"/>
                  </a:moveTo>
                  <a:lnTo>
                    <a:pt x="204597" y="0"/>
                  </a:lnTo>
                  <a:lnTo>
                    <a:pt x="204597" y="1375029"/>
                  </a:lnTo>
                  <a:lnTo>
                    <a:pt x="0" y="1375029"/>
                  </a:lnTo>
                  <a:close/>
                </a:path>
              </a:pathLst>
            </a:custGeom>
            <a:solidFill>
              <a:srgbClr val="00B4D8"/>
            </a:solidFill>
            <a:ln w="25400" cap="sq">
              <a:solidFill>
                <a:srgbClr val="00B4D8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005840" y="434340"/>
            <a:ext cx="16459200" cy="1188720"/>
            <a:chOff x="0" y="0"/>
            <a:chExt cx="21945600" cy="15849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792" r="0" b="-21979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04775"/>
              <a:ext cx="21945600" cy="16897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1E3A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How It Works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18823" y="1486919"/>
            <a:ext cx="16850363" cy="80267"/>
            <a:chOff x="0" y="0"/>
            <a:chExt cx="22467151" cy="10702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467188" cy="107061"/>
            </a:xfrm>
            <a:custGeom>
              <a:avLst/>
              <a:gdLst/>
              <a:ahLst/>
              <a:cxnLst/>
              <a:rect r="r" b="b" t="t" l="l"/>
              <a:pathLst>
                <a:path h="107061" w="22467188">
                  <a:moveTo>
                    <a:pt x="0" y="0"/>
                  </a:moveTo>
                  <a:lnTo>
                    <a:pt x="22467188" y="0"/>
                  </a:lnTo>
                  <a:lnTo>
                    <a:pt x="22467188" y="107061"/>
                  </a:lnTo>
                  <a:lnTo>
                    <a:pt x="0" y="107061"/>
                  </a:lnTo>
                  <a:close/>
                </a:path>
              </a:pathLst>
            </a:custGeom>
            <a:solidFill>
              <a:srgbClr val="F0F6FB"/>
            </a:solidFill>
            <a:ln w="25400" cap="sq">
              <a:solidFill>
                <a:srgbClr val="F0F6FB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718823" y="2053847"/>
            <a:ext cx="1049531" cy="1049531"/>
            <a:chOff x="0" y="0"/>
            <a:chExt cx="1399375" cy="139937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99286" cy="1399286"/>
            </a:xfrm>
            <a:custGeom>
              <a:avLst/>
              <a:gdLst/>
              <a:ahLst/>
              <a:cxnLst/>
              <a:rect r="r" b="b" t="t" l="l"/>
              <a:pathLst>
                <a:path h="1399286" w="1399286">
                  <a:moveTo>
                    <a:pt x="0" y="699643"/>
                  </a:moveTo>
                  <a:cubicBezTo>
                    <a:pt x="0" y="313309"/>
                    <a:pt x="313309" y="0"/>
                    <a:pt x="699643" y="0"/>
                  </a:cubicBezTo>
                  <a:cubicBezTo>
                    <a:pt x="1085977" y="0"/>
                    <a:pt x="1399286" y="313309"/>
                    <a:pt x="1399286" y="699643"/>
                  </a:cubicBezTo>
                  <a:cubicBezTo>
                    <a:pt x="1399286" y="1085977"/>
                    <a:pt x="1085977" y="1399286"/>
                    <a:pt x="699643" y="1399286"/>
                  </a:cubicBezTo>
                  <a:cubicBezTo>
                    <a:pt x="313309" y="1399286"/>
                    <a:pt x="0" y="1086104"/>
                    <a:pt x="0" y="699643"/>
                  </a:cubicBezTo>
                  <a:close/>
                </a:path>
              </a:pathLst>
            </a:custGeom>
            <a:solidFill>
              <a:srgbClr val="1E3A5F"/>
            </a:solidFill>
            <a:ln w="25400" cap="sq">
              <a:solidFill>
                <a:srgbClr val="1E3A5F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731520" y="2066544"/>
            <a:ext cx="1024128" cy="1024128"/>
            <a:chOff x="0" y="0"/>
            <a:chExt cx="1365504" cy="136550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65504" cy="1365504"/>
            </a:xfrm>
            <a:custGeom>
              <a:avLst/>
              <a:gdLst/>
              <a:ahLst/>
              <a:cxnLst/>
              <a:rect r="r" b="b" t="t" l="l"/>
              <a:pathLst>
                <a:path h="1365504" w="1365504">
                  <a:moveTo>
                    <a:pt x="0" y="0"/>
                  </a:moveTo>
                  <a:lnTo>
                    <a:pt x="1365504" y="0"/>
                  </a:lnTo>
                  <a:lnTo>
                    <a:pt x="1365504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365504" cy="14131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907543" y="1944119"/>
            <a:ext cx="7066283" cy="1305563"/>
            <a:chOff x="0" y="0"/>
            <a:chExt cx="9421711" cy="174075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421749" cy="1740789"/>
            </a:xfrm>
            <a:custGeom>
              <a:avLst/>
              <a:gdLst/>
              <a:ahLst/>
              <a:cxnLst/>
              <a:rect r="r" b="b" t="t" l="l"/>
              <a:pathLst>
                <a:path h="1740789" w="9421749">
                  <a:moveTo>
                    <a:pt x="0" y="0"/>
                  </a:moveTo>
                  <a:lnTo>
                    <a:pt x="9421749" y="0"/>
                  </a:lnTo>
                  <a:lnTo>
                    <a:pt x="9421749" y="1740789"/>
                  </a:lnTo>
                  <a:lnTo>
                    <a:pt x="0" y="1740789"/>
                  </a:lnTo>
                  <a:close/>
                </a:path>
              </a:pathLst>
            </a:custGeom>
            <a:solidFill>
              <a:srgbClr val="F0F6FB"/>
            </a:solidFill>
            <a:ln w="25400" cap="sq">
              <a:solidFill>
                <a:srgbClr val="D0E8F5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2048256" y="1956816"/>
            <a:ext cx="6876288" cy="1280160"/>
            <a:chOff x="0" y="0"/>
            <a:chExt cx="9168384" cy="17068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168384" cy="1706880"/>
            </a:xfrm>
            <a:custGeom>
              <a:avLst/>
              <a:gdLst/>
              <a:ahLst/>
              <a:cxnLst/>
              <a:rect r="r" b="b" t="t" l="l"/>
              <a:pathLst>
                <a:path h="1706880" w="9168384">
                  <a:moveTo>
                    <a:pt x="0" y="0"/>
                  </a:moveTo>
                  <a:lnTo>
                    <a:pt x="9168384" y="0"/>
                  </a:lnTo>
                  <a:lnTo>
                    <a:pt x="9168384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662" r="0" b="-54662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9168384" cy="1754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1A2A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Admin creates Subjects → Tests → Questions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14400" y="3127248"/>
            <a:ext cx="640080" cy="694944"/>
            <a:chOff x="0" y="0"/>
            <a:chExt cx="853440" cy="92659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53440" cy="926592"/>
            </a:xfrm>
            <a:custGeom>
              <a:avLst/>
              <a:gdLst/>
              <a:ahLst/>
              <a:cxnLst/>
              <a:rect r="r" b="b" t="t" l="l"/>
              <a:pathLst>
                <a:path h="926592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9301" t="0" r="-89301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85344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↓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718823" y="4028951"/>
            <a:ext cx="1049531" cy="1049531"/>
            <a:chOff x="0" y="0"/>
            <a:chExt cx="1399375" cy="139937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399286" cy="1399286"/>
            </a:xfrm>
            <a:custGeom>
              <a:avLst/>
              <a:gdLst/>
              <a:ahLst/>
              <a:cxnLst/>
              <a:rect r="r" b="b" t="t" l="l"/>
              <a:pathLst>
                <a:path h="1399286" w="1399286">
                  <a:moveTo>
                    <a:pt x="0" y="699643"/>
                  </a:moveTo>
                  <a:cubicBezTo>
                    <a:pt x="0" y="313309"/>
                    <a:pt x="313309" y="0"/>
                    <a:pt x="699643" y="0"/>
                  </a:cubicBezTo>
                  <a:cubicBezTo>
                    <a:pt x="1085977" y="0"/>
                    <a:pt x="1399286" y="313309"/>
                    <a:pt x="1399286" y="699643"/>
                  </a:cubicBezTo>
                  <a:cubicBezTo>
                    <a:pt x="1399286" y="1085977"/>
                    <a:pt x="1085977" y="1399286"/>
                    <a:pt x="699643" y="1399286"/>
                  </a:cubicBezTo>
                  <a:cubicBezTo>
                    <a:pt x="313309" y="1399286"/>
                    <a:pt x="0" y="1086104"/>
                    <a:pt x="0" y="699643"/>
                  </a:cubicBezTo>
                  <a:close/>
                </a:path>
              </a:pathLst>
            </a:custGeom>
            <a:solidFill>
              <a:srgbClr val="0077A8"/>
            </a:solidFill>
            <a:ln w="25400" cap="sq">
              <a:solidFill>
                <a:srgbClr val="0077A8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731520" y="4041648"/>
            <a:ext cx="1024128" cy="1024128"/>
            <a:chOff x="0" y="0"/>
            <a:chExt cx="1365504" cy="136550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365504" cy="1365504"/>
            </a:xfrm>
            <a:custGeom>
              <a:avLst/>
              <a:gdLst/>
              <a:ahLst/>
              <a:cxnLst/>
              <a:rect r="r" b="b" t="t" l="l"/>
              <a:pathLst>
                <a:path h="1365504" w="1365504">
                  <a:moveTo>
                    <a:pt x="0" y="0"/>
                  </a:moveTo>
                  <a:lnTo>
                    <a:pt x="1365504" y="0"/>
                  </a:lnTo>
                  <a:lnTo>
                    <a:pt x="1365504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1365504" cy="14131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907543" y="3919223"/>
            <a:ext cx="7066283" cy="1305563"/>
            <a:chOff x="0" y="0"/>
            <a:chExt cx="9421711" cy="174075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421749" cy="1740789"/>
            </a:xfrm>
            <a:custGeom>
              <a:avLst/>
              <a:gdLst/>
              <a:ahLst/>
              <a:cxnLst/>
              <a:rect r="r" b="b" t="t" l="l"/>
              <a:pathLst>
                <a:path h="1740789" w="9421749">
                  <a:moveTo>
                    <a:pt x="0" y="0"/>
                  </a:moveTo>
                  <a:lnTo>
                    <a:pt x="9421749" y="0"/>
                  </a:lnTo>
                  <a:lnTo>
                    <a:pt x="9421749" y="1740789"/>
                  </a:lnTo>
                  <a:lnTo>
                    <a:pt x="0" y="1740789"/>
                  </a:lnTo>
                  <a:close/>
                </a:path>
              </a:pathLst>
            </a:custGeom>
            <a:solidFill>
              <a:srgbClr val="F0F6FB"/>
            </a:solidFill>
            <a:ln w="25400" cap="sq">
              <a:solidFill>
                <a:srgbClr val="D0E8F5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2048256" y="3931920"/>
            <a:ext cx="6876288" cy="1280160"/>
            <a:chOff x="0" y="0"/>
            <a:chExt cx="9168384" cy="17068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168384" cy="1706880"/>
            </a:xfrm>
            <a:custGeom>
              <a:avLst/>
              <a:gdLst/>
              <a:ahLst/>
              <a:cxnLst/>
              <a:rect r="r" b="b" t="t" l="l"/>
              <a:pathLst>
                <a:path h="1706880" w="9168384">
                  <a:moveTo>
                    <a:pt x="0" y="0"/>
                  </a:moveTo>
                  <a:lnTo>
                    <a:pt x="9168384" y="0"/>
                  </a:lnTo>
                  <a:lnTo>
                    <a:pt x="9168384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662" r="0" b="-54662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9168384" cy="1754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1A2A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Student registers and logs in securely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14400" y="5102352"/>
            <a:ext cx="640080" cy="694944"/>
            <a:chOff x="0" y="0"/>
            <a:chExt cx="853440" cy="92659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53440" cy="926592"/>
            </a:xfrm>
            <a:custGeom>
              <a:avLst/>
              <a:gdLst/>
              <a:ahLst/>
              <a:cxnLst/>
              <a:rect r="r" b="b" t="t" l="l"/>
              <a:pathLst>
                <a:path h="926592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9301" t="0" r="-89301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85344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↓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718823" y="6004055"/>
            <a:ext cx="1049531" cy="1049531"/>
            <a:chOff x="0" y="0"/>
            <a:chExt cx="1399375" cy="1399375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399286" cy="1399286"/>
            </a:xfrm>
            <a:custGeom>
              <a:avLst/>
              <a:gdLst/>
              <a:ahLst/>
              <a:cxnLst/>
              <a:rect r="r" b="b" t="t" l="l"/>
              <a:pathLst>
                <a:path h="1399286" w="1399286">
                  <a:moveTo>
                    <a:pt x="0" y="699643"/>
                  </a:moveTo>
                  <a:cubicBezTo>
                    <a:pt x="0" y="313309"/>
                    <a:pt x="313309" y="0"/>
                    <a:pt x="699643" y="0"/>
                  </a:cubicBezTo>
                  <a:cubicBezTo>
                    <a:pt x="1085977" y="0"/>
                    <a:pt x="1399286" y="313309"/>
                    <a:pt x="1399286" y="699643"/>
                  </a:cubicBezTo>
                  <a:cubicBezTo>
                    <a:pt x="1399286" y="1085977"/>
                    <a:pt x="1085977" y="1399286"/>
                    <a:pt x="699643" y="1399286"/>
                  </a:cubicBezTo>
                  <a:cubicBezTo>
                    <a:pt x="313309" y="1399286"/>
                    <a:pt x="0" y="1086104"/>
                    <a:pt x="0" y="699643"/>
                  </a:cubicBezTo>
                  <a:close/>
                </a:path>
              </a:pathLst>
            </a:custGeom>
            <a:solidFill>
              <a:srgbClr val="00B4D8"/>
            </a:solidFill>
            <a:ln w="25400" cap="sq">
              <a:solidFill>
                <a:srgbClr val="00B4D8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731520" y="6016752"/>
            <a:ext cx="1024128" cy="1024128"/>
            <a:chOff x="0" y="0"/>
            <a:chExt cx="1365504" cy="136550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365504" cy="1365504"/>
            </a:xfrm>
            <a:custGeom>
              <a:avLst/>
              <a:gdLst/>
              <a:ahLst/>
              <a:cxnLst/>
              <a:rect r="r" b="b" t="t" l="l"/>
              <a:pathLst>
                <a:path h="1365504" w="1365504">
                  <a:moveTo>
                    <a:pt x="0" y="0"/>
                  </a:moveTo>
                  <a:lnTo>
                    <a:pt x="1365504" y="0"/>
                  </a:lnTo>
                  <a:lnTo>
                    <a:pt x="1365504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1365504" cy="14131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907543" y="5894327"/>
            <a:ext cx="7066283" cy="1305563"/>
            <a:chOff x="0" y="0"/>
            <a:chExt cx="9421711" cy="1740751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421749" cy="1740789"/>
            </a:xfrm>
            <a:custGeom>
              <a:avLst/>
              <a:gdLst/>
              <a:ahLst/>
              <a:cxnLst/>
              <a:rect r="r" b="b" t="t" l="l"/>
              <a:pathLst>
                <a:path h="1740789" w="9421749">
                  <a:moveTo>
                    <a:pt x="0" y="0"/>
                  </a:moveTo>
                  <a:lnTo>
                    <a:pt x="9421749" y="0"/>
                  </a:lnTo>
                  <a:lnTo>
                    <a:pt x="9421749" y="1740789"/>
                  </a:lnTo>
                  <a:lnTo>
                    <a:pt x="0" y="1740789"/>
                  </a:lnTo>
                  <a:close/>
                </a:path>
              </a:pathLst>
            </a:custGeom>
            <a:solidFill>
              <a:srgbClr val="F0F6FB"/>
            </a:solidFill>
            <a:ln w="25400" cap="sq">
              <a:solidFill>
                <a:srgbClr val="D0E8F5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2048256" y="5907024"/>
            <a:ext cx="6876288" cy="1280160"/>
            <a:chOff x="0" y="0"/>
            <a:chExt cx="9168384" cy="17068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168384" cy="1706880"/>
            </a:xfrm>
            <a:custGeom>
              <a:avLst/>
              <a:gdLst/>
              <a:ahLst/>
              <a:cxnLst/>
              <a:rect r="r" b="b" t="t" l="l"/>
              <a:pathLst>
                <a:path h="1706880" w="9168384">
                  <a:moveTo>
                    <a:pt x="0" y="0"/>
                  </a:moveTo>
                  <a:lnTo>
                    <a:pt x="9168384" y="0"/>
                  </a:lnTo>
                  <a:lnTo>
                    <a:pt x="9168384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662" r="0" b="-54662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9168384" cy="1754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1A2A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Student browses available tests and starts exam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14400" y="7077456"/>
            <a:ext cx="640080" cy="694944"/>
            <a:chOff x="0" y="0"/>
            <a:chExt cx="853440" cy="92659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53440" cy="926592"/>
            </a:xfrm>
            <a:custGeom>
              <a:avLst/>
              <a:gdLst/>
              <a:ahLst/>
              <a:cxnLst/>
              <a:rect r="r" b="b" t="t" l="l"/>
              <a:pathLst>
                <a:path h="926592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9301" t="0" r="-89301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85344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↓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718823" y="7979159"/>
            <a:ext cx="1049531" cy="1049531"/>
            <a:chOff x="0" y="0"/>
            <a:chExt cx="1399375" cy="1399375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399286" cy="1399286"/>
            </a:xfrm>
            <a:custGeom>
              <a:avLst/>
              <a:gdLst/>
              <a:ahLst/>
              <a:cxnLst/>
              <a:rect r="r" b="b" t="t" l="l"/>
              <a:pathLst>
                <a:path h="1399286" w="1399286">
                  <a:moveTo>
                    <a:pt x="0" y="699643"/>
                  </a:moveTo>
                  <a:cubicBezTo>
                    <a:pt x="0" y="313309"/>
                    <a:pt x="313309" y="0"/>
                    <a:pt x="699643" y="0"/>
                  </a:cubicBezTo>
                  <a:cubicBezTo>
                    <a:pt x="1085977" y="0"/>
                    <a:pt x="1399286" y="313309"/>
                    <a:pt x="1399286" y="699643"/>
                  </a:cubicBezTo>
                  <a:cubicBezTo>
                    <a:pt x="1399286" y="1085977"/>
                    <a:pt x="1085977" y="1399286"/>
                    <a:pt x="699643" y="1399286"/>
                  </a:cubicBezTo>
                  <a:cubicBezTo>
                    <a:pt x="313309" y="1399286"/>
                    <a:pt x="0" y="1086104"/>
                    <a:pt x="0" y="699643"/>
                  </a:cubicBezTo>
                  <a:close/>
                </a:path>
              </a:pathLst>
            </a:custGeom>
            <a:solidFill>
              <a:srgbClr val="0891B2"/>
            </a:solidFill>
            <a:ln w="25400" cap="sq">
              <a:solidFill>
                <a:srgbClr val="0891B2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731520" y="7991856"/>
            <a:ext cx="1024128" cy="1024128"/>
            <a:chOff x="0" y="0"/>
            <a:chExt cx="1365504" cy="1365504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365504" cy="1365504"/>
            </a:xfrm>
            <a:custGeom>
              <a:avLst/>
              <a:gdLst/>
              <a:ahLst/>
              <a:cxnLst/>
              <a:rect r="r" b="b" t="t" l="l"/>
              <a:pathLst>
                <a:path h="1365504" w="1365504">
                  <a:moveTo>
                    <a:pt x="0" y="0"/>
                  </a:moveTo>
                  <a:lnTo>
                    <a:pt x="1365504" y="0"/>
                  </a:lnTo>
                  <a:lnTo>
                    <a:pt x="1365504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47625"/>
              <a:ext cx="1365504" cy="14131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907543" y="7869431"/>
            <a:ext cx="7066283" cy="1305563"/>
            <a:chOff x="0" y="0"/>
            <a:chExt cx="9421711" cy="1740751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9421749" cy="1740789"/>
            </a:xfrm>
            <a:custGeom>
              <a:avLst/>
              <a:gdLst/>
              <a:ahLst/>
              <a:cxnLst/>
              <a:rect r="r" b="b" t="t" l="l"/>
              <a:pathLst>
                <a:path h="1740789" w="9421749">
                  <a:moveTo>
                    <a:pt x="0" y="0"/>
                  </a:moveTo>
                  <a:lnTo>
                    <a:pt x="9421749" y="0"/>
                  </a:lnTo>
                  <a:lnTo>
                    <a:pt x="9421749" y="1740789"/>
                  </a:lnTo>
                  <a:lnTo>
                    <a:pt x="0" y="1740789"/>
                  </a:lnTo>
                  <a:close/>
                </a:path>
              </a:pathLst>
            </a:custGeom>
            <a:solidFill>
              <a:srgbClr val="F0F6FB"/>
            </a:solidFill>
            <a:ln w="25400" cap="sq">
              <a:solidFill>
                <a:srgbClr val="D0E8F5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2048256" y="7882128"/>
            <a:ext cx="6876288" cy="1280160"/>
            <a:chOff x="0" y="0"/>
            <a:chExt cx="9168384" cy="170688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9168384" cy="1706880"/>
            </a:xfrm>
            <a:custGeom>
              <a:avLst/>
              <a:gdLst/>
              <a:ahLst/>
              <a:cxnLst/>
              <a:rect r="r" b="b" t="t" l="l"/>
              <a:pathLst>
                <a:path h="1706880" w="9168384">
                  <a:moveTo>
                    <a:pt x="0" y="0"/>
                  </a:moveTo>
                  <a:lnTo>
                    <a:pt x="9168384" y="0"/>
                  </a:lnTo>
                  <a:lnTo>
                    <a:pt x="9168384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662" r="0" b="-54662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47625"/>
              <a:ext cx="9168384" cy="1754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1A2A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System delivers shuffled questions one at a time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9588503" y="2053847"/>
            <a:ext cx="1049531" cy="1049531"/>
            <a:chOff x="0" y="0"/>
            <a:chExt cx="1399375" cy="1399375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399286" cy="1399286"/>
            </a:xfrm>
            <a:custGeom>
              <a:avLst/>
              <a:gdLst/>
              <a:ahLst/>
              <a:cxnLst/>
              <a:rect r="r" b="b" t="t" l="l"/>
              <a:pathLst>
                <a:path h="1399286" w="1399286">
                  <a:moveTo>
                    <a:pt x="0" y="699643"/>
                  </a:moveTo>
                  <a:cubicBezTo>
                    <a:pt x="0" y="313309"/>
                    <a:pt x="313309" y="0"/>
                    <a:pt x="699643" y="0"/>
                  </a:cubicBezTo>
                  <a:cubicBezTo>
                    <a:pt x="1085977" y="0"/>
                    <a:pt x="1399286" y="313309"/>
                    <a:pt x="1399286" y="699643"/>
                  </a:cubicBezTo>
                  <a:cubicBezTo>
                    <a:pt x="1399286" y="1085977"/>
                    <a:pt x="1085977" y="1399286"/>
                    <a:pt x="699643" y="1399286"/>
                  </a:cubicBezTo>
                  <a:cubicBezTo>
                    <a:pt x="313309" y="1399286"/>
                    <a:pt x="0" y="1086104"/>
                    <a:pt x="0" y="699643"/>
                  </a:cubicBezTo>
                  <a:close/>
                </a:path>
              </a:pathLst>
            </a:custGeom>
            <a:solidFill>
              <a:srgbClr val="22C55E"/>
            </a:solidFill>
            <a:ln w="25400" cap="sq">
              <a:solidFill>
                <a:srgbClr val="22C55E"/>
              </a:solidFill>
              <a:prstDash val="solid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9601200" y="2066544"/>
            <a:ext cx="1024128" cy="1024128"/>
            <a:chOff x="0" y="0"/>
            <a:chExt cx="1365504" cy="1365504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365504" cy="1365504"/>
            </a:xfrm>
            <a:custGeom>
              <a:avLst/>
              <a:gdLst/>
              <a:ahLst/>
              <a:cxnLst/>
              <a:rect r="r" b="b" t="t" l="l"/>
              <a:pathLst>
                <a:path h="1365504" w="1365504">
                  <a:moveTo>
                    <a:pt x="0" y="0"/>
                  </a:moveTo>
                  <a:lnTo>
                    <a:pt x="1365504" y="0"/>
                  </a:lnTo>
                  <a:lnTo>
                    <a:pt x="1365504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1365504" cy="14131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0777223" y="1944119"/>
            <a:ext cx="7066283" cy="1305563"/>
            <a:chOff x="0" y="0"/>
            <a:chExt cx="9421711" cy="1740751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9421749" cy="1740789"/>
            </a:xfrm>
            <a:custGeom>
              <a:avLst/>
              <a:gdLst/>
              <a:ahLst/>
              <a:cxnLst/>
              <a:rect r="r" b="b" t="t" l="l"/>
              <a:pathLst>
                <a:path h="1740789" w="9421749">
                  <a:moveTo>
                    <a:pt x="0" y="0"/>
                  </a:moveTo>
                  <a:lnTo>
                    <a:pt x="9421749" y="0"/>
                  </a:lnTo>
                  <a:lnTo>
                    <a:pt x="9421749" y="1740789"/>
                  </a:lnTo>
                  <a:lnTo>
                    <a:pt x="0" y="1740789"/>
                  </a:lnTo>
                  <a:close/>
                </a:path>
              </a:pathLst>
            </a:custGeom>
            <a:solidFill>
              <a:srgbClr val="F0F6FB"/>
            </a:solidFill>
            <a:ln w="25400" cap="sq">
              <a:solidFill>
                <a:srgbClr val="D0E8F5"/>
              </a:solidFill>
              <a:prstDash val="solid"/>
              <a:miter/>
            </a:ln>
          </p:spPr>
        </p:sp>
      </p:grpSp>
      <p:grpSp>
        <p:nvGrpSpPr>
          <p:cNvPr name="Group 67" id="67"/>
          <p:cNvGrpSpPr/>
          <p:nvPr/>
        </p:nvGrpSpPr>
        <p:grpSpPr>
          <a:xfrm rot="0">
            <a:off x="10917936" y="1956816"/>
            <a:ext cx="6876288" cy="1280160"/>
            <a:chOff x="0" y="0"/>
            <a:chExt cx="9168384" cy="170688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9168384" cy="1706880"/>
            </a:xfrm>
            <a:custGeom>
              <a:avLst/>
              <a:gdLst/>
              <a:ahLst/>
              <a:cxnLst/>
              <a:rect r="r" b="b" t="t" l="l"/>
              <a:pathLst>
                <a:path h="1706880" w="9168384">
                  <a:moveTo>
                    <a:pt x="0" y="0"/>
                  </a:moveTo>
                  <a:lnTo>
                    <a:pt x="9168384" y="0"/>
                  </a:lnTo>
                  <a:lnTo>
                    <a:pt x="9168384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662" r="0" b="-54662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47625"/>
              <a:ext cx="9168384" cy="1754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1A2A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Student submits → system auto-calculates score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9784080" y="3127248"/>
            <a:ext cx="640080" cy="694944"/>
            <a:chOff x="0" y="0"/>
            <a:chExt cx="853440" cy="926592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853440" cy="926592"/>
            </a:xfrm>
            <a:custGeom>
              <a:avLst/>
              <a:gdLst/>
              <a:ahLst/>
              <a:cxnLst/>
              <a:rect r="r" b="b" t="t" l="l"/>
              <a:pathLst>
                <a:path h="926592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9301" t="0" r="-89301" b="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85344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↓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9588503" y="4028951"/>
            <a:ext cx="1049531" cy="1049531"/>
            <a:chOff x="0" y="0"/>
            <a:chExt cx="1399375" cy="1399375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399286" cy="1399286"/>
            </a:xfrm>
            <a:custGeom>
              <a:avLst/>
              <a:gdLst/>
              <a:ahLst/>
              <a:cxnLst/>
              <a:rect r="r" b="b" t="t" l="l"/>
              <a:pathLst>
                <a:path h="1399286" w="1399286">
                  <a:moveTo>
                    <a:pt x="0" y="699643"/>
                  </a:moveTo>
                  <a:cubicBezTo>
                    <a:pt x="0" y="313309"/>
                    <a:pt x="313309" y="0"/>
                    <a:pt x="699643" y="0"/>
                  </a:cubicBezTo>
                  <a:cubicBezTo>
                    <a:pt x="1085977" y="0"/>
                    <a:pt x="1399286" y="313309"/>
                    <a:pt x="1399286" y="699643"/>
                  </a:cubicBezTo>
                  <a:cubicBezTo>
                    <a:pt x="1399286" y="1085977"/>
                    <a:pt x="1085977" y="1399286"/>
                    <a:pt x="699643" y="1399286"/>
                  </a:cubicBezTo>
                  <a:cubicBezTo>
                    <a:pt x="313309" y="1399286"/>
                    <a:pt x="0" y="1086104"/>
                    <a:pt x="0" y="699643"/>
                  </a:cubicBezTo>
                  <a:close/>
                </a:path>
              </a:pathLst>
            </a:custGeom>
            <a:solidFill>
              <a:srgbClr val="16A34A"/>
            </a:solidFill>
            <a:ln w="25400" cap="sq">
              <a:solidFill>
                <a:srgbClr val="16A34A"/>
              </a:solidFill>
              <a:prstDash val="solid"/>
              <a:miter/>
            </a:ln>
          </p:spPr>
        </p:sp>
      </p:grpSp>
      <p:grpSp>
        <p:nvGrpSpPr>
          <p:cNvPr name="Group 75" id="75"/>
          <p:cNvGrpSpPr/>
          <p:nvPr/>
        </p:nvGrpSpPr>
        <p:grpSpPr>
          <a:xfrm rot="0">
            <a:off x="9601200" y="4041648"/>
            <a:ext cx="1024128" cy="1024128"/>
            <a:chOff x="0" y="0"/>
            <a:chExt cx="1365504" cy="1365504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365504" cy="1365504"/>
            </a:xfrm>
            <a:custGeom>
              <a:avLst/>
              <a:gdLst/>
              <a:ahLst/>
              <a:cxnLst/>
              <a:rect r="r" b="b" t="t" l="l"/>
              <a:pathLst>
                <a:path h="1365504" w="1365504">
                  <a:moveTo>
                    <a:pt x="0" y="0"/>
                  </a:moveTo>
                  <a:lnTo>
                    <a:pt x="1365504" y="0"/>
                  </a:lnTo>
                  <a:lnTo>
                    <a:pt x="1365504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47625"/>
              <a:ext cx="1365504" cy="14131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0777223" y="3919223"/>
            <a:ext cx="7066283" cy="1305563"/>
            <a:chOff x="0" y="0"/>
            <a:chExt cx="9421711" cy="1740751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9421749" cy="1740789"/>
            </a:xfrm>
            <a:custGeom>
              <a:avLst/>
              <a:gdLst/>
              <a:ahLst/>
              <a:cxnLst/>
              <a:rect r="r" b="b" t="t" l="l"/>
              <a:pathLst>
                <a:path h="1740789" w="9421749">
                  <a:moveTo>
                    <a:pt x="0" y="0"/>
                  </a:moveTo>
                  <a:lnTo>
                    <a:pt x="9421749" y="0"/>
                  </a:lnTo>
                  <a:lnTo>
                    <a:pt x="9421749" y="1740789"/>
                  </a:lnTo>
                  <a:lnTo>
                    <a:pt x="0" y="1740789"/>
                  </a:lnTo>
                  <a:close/>
                </a:path>
              </a:pathLst>
            </a:custGeom>
            <a:solidFill>
              <a:srgbClr val="F0F6FB"/>
            </a:solidFill>
            <a:ln w="25400" cap="sq">
              <a:solidFill>
                <a:srgbClr val="D0E8F5"/>
              </a:solidFill>
              <a:prstDash val="solid"/>
              <a:miter/>
            </a:ln>
          </p:spPr>
        </p:sp>
      </p:grpSp>
      <p:grpSp>
        <p:nvGrpSpPr>
          <p:cNvPr name="Group 80" id="80"/>
          <p:cNvGrpSpPr/>
          <p:nvPr/>
        </p:nvGrpSpPr>
        <p:grpSpPr>
          <a:xfrm rot="0">
            <a:off x="10917936" y="3931920"/>
            <a:ext cx="6876288" cy="1280160"/>
            <a:chOff x="0" y="0"/>
            <a:chExt cx="9168384" cy="170688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9168384" cy="1706880"/>
            </a:xfrm>
            <a:custGeom>
              <a:avLst/>
              <a:gdLst/>
              <a:ahLst/>
              <a:cxnLst/>
              <a:rect r="r" b="b" t="t" l="l"/>
              <a:pathLst>
                <a:path h="1706880" w="9168384">
                  <a:moveTo>
                    <a:pt x="0" y="0"/>
                  </a:moveTo>
                  <a:lnTo>
                    <a:pt x="9168384" y="0"/>
                  </a:lnTo>
                  <a:lnTo>
                    <a:pt x="9168384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662" r="0" b="-54662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47625"/>
              <a:ext cx="9168384" cy="1754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1A2A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Results stored in DB with question-wise breakdown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9784080" y="5102352"/>
            <a:ext cx="640080" cy="694944"/>
            <a:chOff x="0" y="0"/>
            <a:chExt cx="853440" cy="926592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853440" cy="926592"/>
            </a:xfrm>
            <a:custGeom>
              <a:avLst/>
              <a:gdLst/>
              <a:ahLst/>
              <a:cxnLst/>
              <a:rect r="r" b="b" t="t" l="l"/>
              <a:pathLst>
                <a:path h="926592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9301" t="0" r="-89301" b="0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85344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↓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9588503" y="6004055"/>
            <a:ext cx="1049531" cy="1049531"/>
            <a:chOff x="0" y="0"/>
            <a:chExt cx="1399375" cy="1399375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399286" cy="1399286"/>
            </a:xfrm>
            <a:custGeom>
              <a:avLst/>
              <a:gdLst/>
              <a:ahLst/>
              <a:cxnLst/>
              <a:rect r="r" b="b" t="t" l="l"/>
              <a:pathLst>
                <a:path h="1399286" w="1399286">
                  <a:moveTo>
                    <a:pt x="0" y="699643"/>
                  </a:moveTo>
                  <a:cubicBezTo>
                    <a:pt x="0" y="313309"/>
                    <a:pt x="313309" y="0"/>
                    <a:pt x="699643" y="0"/>
                  </a:cubicBezTo>
                  <a:cubicBezTo>
                    <a:pt x="1085977" y="0"/>
                    <a:pt x="1399286" y="313309"/>
                    <a:pt x="1399286" y="699643"/>
                  </a:cubicBezTo>
                  <a:cubicBezTo>
                    <a:pt x="1399286" y="1085977"/>
                    <a:pt x="1085977" y="1399286"/>
                    <a:pt x="699643" y="1399286"/>
                  </a:cubicBezTo>
                  <a:cubicBezTo>
                    <a:pt x="313309" y="1399286"/>
                    <a:pt x="0" y="1086104"/>
                    <a:pt x="0" y="699643"/>
                  </a:cubicBezTo>
                  <a:close/>
                </a:path>
              </a:pathLst>
            </a:custGeom>
            <a:solidFill>
              <a:srgbClr val="D97706"/>
            </a:solidFill>
            <a:ln w="25400" cap="sq">
              <a:solidFill>
                <a:srgbClr val="D97706"/>
              </a:solidFill>
              <a:prstDash val="solid"/>
              <a:miter/>
            </a:ln>
          </p:spPr>
        </p:sp>
      </p:grpSp>
      <p:grpSp>
        <p:nvGrpSpPr>
          <p:cNvPr name="Group 88" id="88"/>
          <p:cNvGrpSpPr/>
          <p:nvPr/>
        </p:nvGrpSpPr>
        <p:grpSpPr>
          <a:xfrm rot="0">
            <a:off x="9601200" y="6016752"/>
            <a:ext cx="1024128" cy="1024128"/>
            <a:chOff x="0" y="0"/>
            <a:chExt cx="1365504" cy="1365504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1365504" cy="1365504"/>
            </a:xfrm>
            <a:custGeom>
              <a:avLst/>
              <a:gdLst/>
              <a:ahLst/>
              <a:cxnLst/>
              <a:rect r="r" b="b" t="t" l="l"/>
              <a:pathLst>
                <a:path h="1365504" w="1365504">
                  <a:moveTo>
                    <a:pt x="0" y="0"/>
                  </a:moveTo>
                  <a:lnTo>
                    <a:pt x="1365504" y="0"/>
                  </a:lnTo>
                  <a:lnTo>
                    <a:pt x="1365504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47625"/>
              <a:ext cx="1365504" cy="14131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0777223" y="5894327"/>
            <a:ext cx="7066283" cy="1305563"/>
            <a:chOff x="0" y="0"/>
            <a:chExt cx="9421711" cy="1740751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9421749" cy="1740789"/>
            </a:xfrm>
            <a:custGeom>
              <a:avLst/>
              <a:gdLst/>
              <a:ahLst/>
              <a:cxnLst/>
              <a:rect r="r" b="b" t="t" l="l"/>
              <a:pathLst>
                <a:path h="1740789" w="9421749">
                  <a:moveTo>
                    <a:pt x="0" y="0"/>
                  </a:moveTo>
                  <a:lnTo>
                    <a:pt x="9421749" y="0"/>
                  </a:lnTo>
                  <a:lnTo>
                    <a:pt x="9421749" y="1740789"/>
                  </a:lnTo>
                  <a:lnTo>
                    <a:pt x="0" y="1740789"/>
                  </a:lnTo>
                  <a:close/>
                </a:path>
              </a:pathLst>
            </a:custGeom>
            <a:solidFill>
              <a:srgbClr val="F0F6FB"/>
            </a:solidFill>
            <a:ln w="25400" cap="sq">
              <a:solidFill>
                <a:srgbClr val="D0E8F5"/>
              </a:solidFill>
              <a:prstDash val="solid"/>
              <a:miter/>
            </a:ln>
          </p:spPr>
        </p:sp>
      </p:grpSp>
      <p:grpSp>
        <p:nvGrpSpPr>
          <p:cNvPr name="Group 93" id="93"/>
          <p:cNvGrpSpPr/>
          <p:nvPr/>
        </p:nvGrpSpPr>
        <p:grpSpPr>
          <a:xfrm rot="0">
            <a:off x="10917936" y="5907024"/>
            <a:ext cx="6876288" cy="1280160"/>
            <a:chOff x="0" y="0"/>
            <a:chExt cx="9168384" cy="170688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9168384" cy="1706880"/>
            </a:xfrm>
            <a:custGeom>
              <a:avLst/>
              <a:gdLst/>
              <a:ahLst/>
              <a:cxnLst/>
              <a:rect r="r" b="b" t="t" l="l"/>
              <a:pathLst>
                <a:path h="1706880" w="9168384">
                  <a:moveTo>
                    <a:pt x="0" y="0"/>
                  </a:moveTo>
                  <a:lnTo>
                    <a:pt x="9168384" y="0"/>
                  </a:lnTo>
                  <a:lnTo>
                    <a:pt x="9168384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662" r="0" b="-54662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47625"/>
              <a:ext cx="9168384" cy="1754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1A2A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Student triggers 'Email My Results' from dashboard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9784080" y="7077456"/>
            <a:ext cx="640080" cy="694944"/>
            <a:chOff x="0" y="0"/>
            <a:chExt cx="853440" cy="926592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853440" cy="926592"/>
            </a:xfrm>
            <a:custGeom>
              <a:avLst/>
              <a:gdLst/>
              <a:ahLst/>
              <a:cxnLst/>
              <a:rect r="r" b="b" t="t" l="l"/>
              <a:pathLst>
                <a:path h="926592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9301" t="0" r="-89301" b="0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38100"/>
              <a:ext cx="85344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↓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9588503" y="7979159"/>
            <a:ext cx="1049531" cy="1049531"/>
            <a:chOff x="0" y="0"/>
            <a:chExt cx="1399375" cy="1399375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399286" cy="1399286"/>
            </a:xfrm>
            <a:custGeom>
              <a:avLst/>
              <a:gdLst/>
              <a:ahLst/>
              <a:cxnLst/>
              <a:rect r="r" b="b" t="t" l="l"/>
              <a:pathLst>
                <a:path h="1399286" w="1399286">
                  <a:moveTo>
                    <a:pt x="0" y="699643"/>
                  </a:moveTo>
                  <a:cubicBezTo>
                    <a:pt x="0" y="313309"/>
                    <a:pt x="313309" y="0"/>
                    <a:pt x="699643" y="0"/>
                  </a:cubicBezTo>
                  <a:cubicBezTo>
                    <a:pt x="1085977" y="0"/>
                    <a:pt x="1399286" y="313309"/>
                    <a:pt x="1399286" y="699643"/>
                  </a:cubicBezTo>
                  <a:cubicBezTo>
                    <a:pt x="1399286" y="1085977"/>
                    <a:pt x="1085977" y="1399286"/>
                    <a:pt x="699643" y="1399286"/>
                  </a:cubicBezTo>
                  <a:cubicBezTo>
                    <a:pt x="313309" y="1399286"/>
                    <a:pt x="0" y="1086104"/>
                    <a:pt x="0" y="699643"/>
                  </a:cubicBezTo>
                  <a:close/>
                </a:path>
              </a:pathLst>
            </a:custGeom>
            <a:solidFill>
              <a:srgbClr val="B45309"/>
            </a:solidFill>
            <a:ln w="25400" cap="sq">
              <a:solidFill>
                <a:srgbClr val="B45309"/>
              </a:solidFill>
              <a:prstDash val="solid"/>
              <a:miter/>
            </a:ln>
          </p:spPr>
        </p:sp>
      </p:grpSp>
      <p:grpSp>
        <p:nvGrpSpPr>
          <p:cNvPr name="Group 101" id="101"/>
          <p:cNvGrpSpPr/>
          <p:nvPr/>
        </p:nvGrpSpPr>
        <p:grpSpPr>
          <a:xfrm rot="0">
            <a:off x="9601200" y="7991856"/>
            <a:ext cx="1024128" cy="1024128"/>
            <a:chOff x="0" y="0"/>
            <a:chExt cx="1365504" cy="1365504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365504" cy="1365504"/>
            </a:xfrm>
            <a:custGeom>
              <a:avLst/>
              <a:gdLst/>
              <a:ahLst/>
              <a:cxnLst/>
              <a:rect r="r" b="b" t="t" l="l"/>
              <a:pathLst>
                <a:path h="1365504" w="1365504">
                  <a:moveTo>
                    <a:pt x="0" y="0"/>
                  </a:moveTo>
                  <a:lnTo>
                    <a:pt x="1365504" y="0"/>
                  </a:lnTo>
                  <a:lnTo>
                    <a:pt x="1365504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47625"/>
              <a:ext cx="1365504" cy="14131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0777223" y="7869431"/>
            <a:ext cx="7066283" cy="1305563"/>
            <a:chOff x="0" y="0"/>
            <a:chExt cx="9421711" cy="1740751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9421749" cy="1740789"/>
            </a:xfrm>
            <a:custGeom>
              <a:avLst/>
              <a:gdLst/>
              <a:ahLst/>
              <a:cxnLst/>
              <a:rect r="r" b="b" t="t" l="l"/>
              <a:pathLst>
                <a:path h="1740789" w="9421749">
                  <a:moveTo>
                    <a:pt x="0" y="0"/>
                  </a:moveTo>
                  <a:lnTo>
                    <a:pt x="9421749" y="0"/>
                  </a:lnTo>
                  <a:lnTo>
                    <a:pt x="9421749" y="1740789"/>
                  </a:lnTo>
                  <a:lnTo>
                    <a:pt x="0" y="1740789"/>
                  </a:lnTo>
                  <a:close/>
                </a:path>
              </a:pathLst>
            </a:custGeom>
            <a:solidFill>
              <a:srgbClr val="F0F6FB"/>
            </a:solidFill>
            <a:ln w="25400" cap="sq">
              <a:solidFill>
                <a:srgbClr val="D0E8F5"/>
              </a:solidFill>
              <a:prstDash val="solid"/>
              <a:miter/>
            </a:ln>
          </p:spPr>
        </p:sp>
      </p:grpSp>
      <p:grpSp>
        <p:nvGrpSpPr>
          <p:cNvPr name="Group 106" id="106"/>
          <p:cNvGrpSpPr/>
          <p:nvPr/>
        </p:nvGrpSpPr>
        <p:grpSpPr>
          <a:xfrm rot="0">
            <a:off x="10917936" y="7882128"/>
            <a:ext cx="6876288" cy="1280160"/>
            <a:chOff x="0" y="0"/>
            <a:chExt cx="9168384" cy="1706880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9168384" cy="1706880"/>
            </a:xfrm>
            <a:custGeom>
              <a:avLst/>
              <a:gdLst/>
              <a:ahLst/>
              <a:cxnLst/>
              <a:rect r="r" b="b" t="t" l="l"/>
              <a:pathLst>
                <a:path h="1706880" w="9168384">
                  <a:moveTo>
                    <a:pt x="0" y="0"/>
                  </a:moveTo>
                  <a:lnTo>
                    <a:pt x="9168384" y="0"/>
                  </a:lnTo>
                  <a:lnTo>
                    <a:pt x="9168384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662" r="0" b="-54662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47625"/>
              <a:ext cx="9168384" cy="1754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1A2A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System generates PDF report and mails it to student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17178023" y="9314183"/>
            <a:ext cx="665483" cy="665483"/>
            <a:chOff x="0" y="0"/>
            <a:chExt cx="887311" cy="887311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887349" cy="887349"/>
            </a:xfrm>
            <a:custGeom>
              <a:avLst/>
              <a:gdLst/>
              <a:ahLst/>
              <a:cxnLst/>
              <a:rect r="r" b="b" t="t" l="l"/>
              <a:pathLst>
                <a:path h="887349" w="887349">
                  <a:moveTo>
                    <a:pt x="0" y="443611"/>
                  </a:moveTo>
                  <a:cubicBezTo>
                    <a:pt x="0" y="198628"/>
                    <a:pt x="198628" y="0"/>
                    <a:pt x="443611" y="0"/>
                  </a:cubicBezTo>
                  <a:cubicBezTo>
                    <a:pt x="688594" y="0"/>
                    <a:pt x="887349" y="198628"/>
                    <a:pt x="887349" y="443611"/>
                  </a:cubicBezTo>
                  <a:cubicBezTo>
                    <a:pt x="887349" y="688594"/>
                    <a:pt x="688721" y="887349"/>
                    <a:pt x="443611" y="887349"/>
                  </a:cubicBezTo>
                  <a:cubicBezTo>
                    <a:pt x="198501" y="887349"/>
                    <a:pt x="0" y="688721"/>
                    <a:pt x="0" y="443611"/>
                  </a:cubicBezTo>
                  <a:close/>
                </a:path>
              </a:pathLst>
            </a:custGeom>
            <a:solidFill>
              <a:srgbClr val="00B4D8"/>
            </a:solidFill>
            <a:ln w="25400" cap="sq">
              <a:solidFill>
                <a:srgbClr val="00B4D8"/>
              </a:solidFill>
              <a:prstDash val="solid"/>
              <a:miter/>
            </a:ln>
          </p:spPr>
        </p:sp>
      </p:grpSp>
      <p:grpSp>
        <p:nvGrpSpPr>
          <p:cNvPr name="Group 111" id="111"/>
          <p:cNvGrpSpPr/>
          <p:nvPr/>
        </p:nvGrpSpPr>
        <p:grpSpPr>
          <a:xfrm rot="0">
            <a:off x="17190720" y="9290304"/>
            <a:ext cx="640080" cy="640080"/>
            <a:chOff x="0" y="0"/>
            <a:chExt cx="853440" cy="853440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-38100"/>
              <a:ext cx="8534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354587"/>
            <a:chOff x="0" y="0"/>
            <a:chExt cx="24417871" cy="4727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472821"/>
            </a:xfrm>
            <a:custGeom>
              <a:avLst/>
              <a:gdLst/>
              <a:ahLst/>
              <a:cxnLst/>
              <a:rect r="r" b="b" t="t" l="l"/>
              <a:pathLst>
                <a:path h="472821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472821"/>
                  </a:lnTo>
                  <a:lnTo>
                    <a:pt x="0" y="472821"/>
                  </a:lnTo>
                  <a:close/>
                </a:path>
              </a:pathLst>
            </a:custGeom>
            <a:solidFill>
              <a:srgbClr val="00B4D8"/>
            </a:solidFill>
            <a:ln w="25400" cap="sq">
              <a:solidFill>
                <a:srgbClr val="00B4D8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402336"/>
            <a:ext cx="16459200" cy="1188720"/>
            <a:chOff x="0" y="0"/>
            <a:chExt cx="21945600" cy="15849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792" r="0" b="-21979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04775"/>
              <a:ext cx="21945600" cy="16897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Unique Feature: Smart Result Delivery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01703" y="1596647"/>
            <a:ext cx="16484603" cy="98555"/>
            <a:chOff x="0" y="0"/>
            <a:chExt cx="21979471" cy="13140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79510" cy="131445"/>
            </a:xfrm>
            <a:custGeom>
              <a:avLst/>
              <a:gdLst/>
              <a:ahLst/>
              <a:cxnLst/>
              <a:rect r="r" b="b" t="t" l="l"/>
              <a:pathLst>
                <a:path h="131445" w="21979510">
                  <a:moveTo>
                    <a:pt x="0" y="0"/>
                  </a:moveTo>
                  <a:lnTo>
                    <a:pt x="21979510" y="0"/>
                  </a:lnTo>
                  <a:lnTo>
                    <a:pt x="21979510" y="131445"/>
                  </a:lnTo>
                  <a:lnTo>
                    <a:pt x="0" y="131445"/>
                  </a:lnTo>
                  <a:close/>
                </a:path>
              </a:pathLst>
            </a:custGeom>
            <a:solidFill>
              <a:srgbClr val="00B4D8"/>
            </a:solidFill>
            <a:ln w="25400" cap="sq">
              <a:solidFill>
                <a:srgbClr val="00B4D8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718823" y="1907543"/>
            <a:ext cx="8072123" cy="7157723"/>
            <a:chOff x="0" y="0"/>
            <a:chExt cx="10762831" cy="954363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762869" cy="9543669"/>
            </a:xfrm>
            <a:custGeom>
              <a:avLst/>
              <a:gdLst/>
              <a:ahLst/>
              <a:cxnLst/>
              <a:rect r="r" b="b" t="t" l="l"/>
              <a:pathLst>
                <a:path h="9543669" w="10762869">
                  <a:moveTo>
                    <a:pt x="0" y="0"/>
                  </a:moveTo>
                  <a:lnTo>
                    <a:pt x="10762869" y="0"/>
                  </a:lnTo>
                  <a:lnTo>
                    <a:pt x="10762869" y="9543669"/>
                  </a:lnTo>
                  <a:lnTo>
                    <a:pt x="0" y="9543669"/>
                  </a:lnTo>
                  <a:close/>
                </a:path>
              </a:pathLst>
            </a:custGeom>
            <a:solidFill>
              <a:srgbClr val="162D4A"/>
            </a:solidFill>
            <a:ln w="25400" cap="sq">
              <a:solidFill>
                <a:srgbClr val="00B4D8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3914775" y="2103120"/>
            <a:ext cx="1280160" cy="1280160"/>
            <a:chOff x="0" y="0"/>
            <a:chExt cx="1706880" cy="1706880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17068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706880"/>
                  </a:lnTo>
                  <a:lnTo>
                    <a:pt x="0" y="17068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731520" y="3383280"/>
            <a:ext cx="8046720" cy="822960"/>
            <a:chOff x="0" y="0"/>
            <a:chExt cx="10728960" cy="10972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7289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0520" r="0" b="-14052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072896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00B4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PDF Report (iText 7)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97280" y="4352544"/>
            <a:ext cx="7406640" cy="768096"/>
            <a:chOff x="0" y="0"/>
            <a:chExt cx="9875520" cy="102412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8755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891" r="0" b="-137891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987552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0B4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✦ </a:t>
              </a:r>
              <a:r>
                <a:rPr lang="en-US" sz="2200">
                  <a:solidFill>
                    <a:srgbClr val="C8E8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Auto-generated after exam submission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97280" y="5230368"/>
            <a:ext cx="7406640" cy="768096"/>
            <a:chOff x="0" y="0"/>
            <a:chExt cx="9875520" cy="102412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8755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891" r="0" b="-137891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987552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0B4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✦ </a:t>
              </a:r>
              <a:r>
                <a:rPr lang="en-US" sz="2200">
                  <a:solidFill>
                    <a:srgbClr val="C8E8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Student name, exam title, score, pass/fail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97280" y="6108192"/>
            <a:ext cx="7406640" cy="768096"/>
            <a:chOff x="0" y="0"/>
            <a:chExt cx="9875520" cy="102412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8755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891" r="0" b="-137891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987552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0B4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✦ </a:t>
              </a:r>
              <a:r>
                <a:rPr lang="en-US" sz="2200">
                  <a:solidFill>
                    <a:srgbClr val="C8E8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Correct answers in green, wrong in red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97280" y="6986016"/>
            <a:ext cx="7406640" cy="768096"/>
            <a:chOff x="0" y="0"/>
            <a:chExt cx="9875520" cy="102412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8755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891" r="0" b="-137891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987552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0B4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✦ </a:t>
              </a:r>
              <a:r>
                <a:rPr lang="en-US" sz="2200">
                  <a:solidFill>
                    <a:srgbClr val="C8E8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Unanswered questions tracked separately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97280" y="7863840"/>
            <a:ext cx="7406640" cy="768096"/>
            <a:chOff x="0" y="0"/>
            <a:chExt cx="9875520" cy="102412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8755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891" r="0" b="-137891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987552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0B4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✦ </a:t>
              </a:r>
              <a:r>
                <a:rPr lang="en-US" sz="2200">
                  <a:solidFill>
                    <a:srgbClr val="C8E8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Professional layout: header, footer, summary table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497063" y="1907543"/>
            <a:ext cx="8072123" cy="7157723"/>
            <a:chOff x="0" y="0"/>
            <a:chExt cx="10762831" cy="954363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762869" cy="9543669"/>
            </a:xfrm>
            <a:custGeom>
              <a:avLst/>
              <a:gdLst/>
              <a:ahLst/>
              <a:cxnLst/>
              <a:rect r="r" b="b" t="t" l="l"/>
              <a:pathLst>
                <a:path h="9543669" w="10762869">
                  <a:moveTo>
                    <a:pt x="0" y="0"/>
                  </a:moveTo>
                  <a:lnTo>
                    <a:pt x="10762869" y="0"/>
                  </a:lnTo>
                  <a:lnTo>
                    <a:pt x="10762869" y="9543669"/>
                  </a:lnTo>
                  <a:lnTo>
                    <a:pt x="0" y="9543669"/>
                  </a:lnTo>
                  <a:close/>
                </a:path>
              </a:pathLst>
            </a:custGeom>
            <a:solidFill>
              <a:srgbClr val="162D4A"/>
            </a:solidFill>
            <a:ln w="25400" cap="sq">
              <a:solidFill>
                <a:srgbClr val="00B4D8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2707302" y="2103120"/>
            <a:ext cx="1280160" cy="1280160"/>
            <a:chOff x="0" y="0"/>
            <a:chExt cx="1706880" cy="1706880"/>
          </a:xfrm>
        </p:grpSpPr>
        <p:sp>
          <p:nvSpPr>
            <p:cNvPr name="Freeform 34" id="34" descr="preencoded.png"/>
            <p:cNvSpPr/>
            <p:nvPr/>
          </p:nvSpPr>
          <p:spPr>
            <a:xfrm flipH="false" flipV="false" rot="0">
              <a:off x="0" y="0"/>
              <a:ext cx="17068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706880"/>
                  </a:lnTo>
                  <a:lnTo>
                    <a:pt x="0" y="17068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509760" y="3383280"/>
            <a:ext cx="8046720" cy="822960"/>
            <a:chOff x="0" y="0"/>
            <a:chExt cx="10728960" cy="10972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7289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0520" r="0" b="-14052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1072896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00B4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Email Delivery (Gmail SMTP)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875520" y="4352544"/>
            <a:ext cx="7406640" cy="768096"/>
            <a:chOff x="0" y="0"/>
            <a:chExt cx="9875520" cy="102412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8755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891" r="0" b="-137891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987552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0B4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✦ </a:t>
              </a:r>
              <a:r>
                <a:rPr lang="en-US" sz="2200">
                  <a:solidFill>
                    <a:srgbClr val="C8E8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One-click 'Email Results' from dashboard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875520" y="5230368"/>
            <a:ext cx="7406640" cy="768096"/>
            <a:chOff x="0" y="0"/>
            <a:chExt cx="9875520" cy="102412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8755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891" r="0" b="-137891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987552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0B4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✦ </a:t>
              </a:r>
              <a:r>
                <a:rPr lang="en-US" sz="2200">
                  <a:solidFill>
                    <a:srgbClr val="C8E8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PDF attached automatically to email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875520" y="6108192"/>
            <a:ext cx="7406640" cy="768096"/>
            <a:chOff x="0" y="0"/>
            <a:chExt cx="9875520" cy="102412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8755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891" r="0" b="-137891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987552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0B4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✦ </a:t>
              </a:r>
              <a:r>
                <a:rPr lang="en-US" sz="2200">
                  <a:solidFill>
                    <a:srgbClr val="C8E8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Performance summary in email body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875520" y="6986016"/>
            <a:ext cx="7406640" cy="768096"/>
            <a:chOff x="0" y="0"/>
            <a:chExt cx="9875520" cy="102412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8755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891" r="0" b="-137891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987552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0B4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✦ </a:t>
              </a:r>
              <a:r>
                <a:rPr lang="en-US" sz="2200">
                  <a:solidFill>
                    <a:srgbClr val="C8E8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Gmail SMTP with TLS encryption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875520" y="7863840"/>
            <a:ext cx="7406640" cy="768096"/>
            <a:chOff x="0" y="0"/>
            <a:chExt cx="9875520" cy="102412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8755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891" r="0" b="-137891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987552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0B4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✦ </a:t>
              </a:r>
              <a:r>
                <a:rPr lang="en-US" sz="2200">
                  <a:solidFill>
                    <a:srgbClr val="C8E8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Spring Mail integration — zero manual steps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718823" y="9277607"/>
            <a:ext cx="16850363" cy="702059"/>
            <a:chOff x="0" y="0"/>
            <a:chExt cx="22467151" cy="936079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2467188" cy="936117"/>
            </a:xfrm>
            <a:custGeom>
              <a:avLst/>
              <a:gdLst/>
              <a:ahLst/>
              <a:cxnLst/>
              <a:rect r="r" b="b" t="t" l="l"/>
              <a:pathLst>
                <a:path h="936117" w="22467188">
                  <a:moveTo>
                    <a:pt x="0" y="0"/>
                  </a:moveTo>
                  <a:lnTo>
                    <a:pt x="22467188" y="0"/>
                  </a:lnTo>
                  <a:lnTo>
                    <a:pt x="22467188" y="936117"/>
                  </a:lnTo>
                  <a:lnTo>
                    <a:pt x="0" y="936117"/>
                  </a:lnTo>
                  <a:close/>
                </a:path>
              </a:pathLst>
            </a:custGeom>
            <a:solidFill>
              <a:srgbClr val="0A1F33"/>
            </a:solidFill>
            <a:ln w="25400" cap="sq">
              <a:solidFill>
                <a:srgbClr val="0A1F33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17178023" y="9314183"/>
            <a:ext cx="665483" cy="665483"/>
            <a:chOff x="0" y="0"/>
            <a:chExt cx="887311" cy="887311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887349" cy="887349"/>
            </a:xfrm>
            <a:custGeom>
              <a:avLst/>
              <a:gdLst/>
              <a:ahLst/>
              <a:cxnLst/>
              <a:rect r="r" b="b" t="t" l="l"/>
              <a:pathLst>
                <a:path h="887349" w="887349">
                  <a:moveTo>
                    <a:pt x="0" y="443611"/>
                  </a:moveTo>
                  <a:cubicBezTo>
                    <a:pt x="0" y="198628"/>
                    <a:pt x="198628" y="0"/>
                    <a:pt x="443611" y="0"/>
                  </a:cubicBezTo>
                  <a:cubicBezTo>
                    <a:pt x="688594" y="0"/>
                    <a:pt x="887349" y="198628"/>
                    <a:pt x="887349" y="443611"/>
                  </a:cubicBezTo>
                  <a:cubicBezTo>
                    <a:pt x="887349" y="688594"/>
                    <a:pt x="688721" y="887349"/>
                    <a:pt x="443611" y="887349"/>
                  </a:cubicBezTo>
                  <a:cubicBezTo>
                    <a:pt x="198501" y="887349"/>
                    <a:pt x="0" y="688721"/>
                    <a:pt x="0" y="443611"/>
                  </a:cubicBezTo>
                  <a:close/>
                </a:path>
              </a:pathLst>
            </a:custGeom>
            <a:solidFill>
              <a:srgbClr val="00B4D8"/>
            </a:solidFill>
            <a:ln w="25400" cap="sq">
              <a:solidFill>
                <a:srgbClr val="00B4D8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17190720" y="9290304"/>
            <a:ext cx="640080" cy="640080"/>
            <a:chOff x="0" y="0"/>
            <a:chExt cx="853440" cy="85344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8534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354587"/>
            <a:chOff x="0" y="0"/>
            <a:chExt cx="24417871" cy="4727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472821"/>
            </a:xfrm>
            <a:custGeom>
              <a:avLst/>
              <a:gdLst/>
              <a:ahLst/>
              <a:cxnLst/>
              <a:rect r="r" b="b" t="t" l="l"/>
              <a:pathLst>
                <a:path h="472821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472821"/>
                  </a:lnTo>
                  <a:lnTo>
                    <a:pt x="0" y="472821"/>
                  </a:lnTo>
                  <a:close/>
                </a:path>
              </a:pathLst>
            </a:custGeom>
            <a:solidFill>
              <a:srgbClr val="1E3A5F"/>
            </a:solidFill>
            <a:ln w="25400" cap="sq">
              <a:solidFill>
                <a:srgbClr val="1E3A5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18823" y="498862"/>
            <a:ext cx="153419" cy="1031243"/>
            <a:chOff x="0" y="0"/>
            <a:chExt cx="204559" cy="137499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4597" cy="1375029"/>
            </a:xfrm>
            <a:custGeom>
              <a:avLst/>
              <a:gdLst/>
              <a:ahLst/>
              <a:cxnLst/>
              <a:rect r="r" b="b" t="t" l="l"/>
              <a:pathLst>
                <a:path h="1375029" w="204597">
                  <a:moveTo>
                    <a:pt x="0" y="0"/>
                  </a:moveTo>
                  <a:lnTo>
                    <a:pt x="204597" y="0"/>
                  </a:lnTo>
                  <a:lnTo>
                    <a:pt x="204597" y="1375029"/>
                  </a:lnTo>
                  <a:lnTo>
                    <a:pt x="0" y="1375029"/>
                  </a:lnTo>
                  <a:close/>
                </a:path>
              </a:pathLst>
            </a:custGeom>
            <a:solidFill>
              <a:srgbClr val="00B4D8"/>
            </a:solidFill>
            <a:ln w="25400" cap="sq">
              <a:solidFill>
                <a:srgbClr val="00B4D8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005840" y="438407"/>
            <a:ext cx="16459200" cy="1188720"/>
            <a:chOff x="0" y="0"/>
            <a:chExt cx="21945600" cy="15849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792" r="0" b="-21979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04775"/>
              <a:ext cx="21945600" cy="16897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1E3A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Data-Driven Insights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18823" y="1486919"/>
            <a:ext cx="16850363" cy="80267"/>
            <a:chOff x="0" y="0"/>
            <a:chExt cx="22467151" cy="10702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467188" cy="107061"/>
            </a:xfrm>
            <a:custGeom>
              <a:avLst/>
              <a:gdLst/>
              <a:ahLst/>
              <a:cxnLst/>
              <a:rect r="r" b="b" t="t" l="l"/>
              <a:pathLst>
                <a:path h="107061" w="22467188">
                  <a:moveTo>
                    <a:pt x="0" y="0"/>
                  </a:moveTo>
                  <a:lnTo>
                    <a:pt x="22467188" y="0"/>
                  </a:lnTo>
                  <a:lnTo>
                    <a:pt x="22467188" y="107061"/>
                  </a:lnTo>
                  <a:lnTo>
                    <a:pt x="0" y="107061"/>
                  </a:lnTo>
                  <a:close/>
                </a:path>
              </a:pathLst>
            </a:custGeom>
            <a:solidFill>
              <a:srgbClr val="F0F6FB"/>
            </a:solidFill>
            <a:ln w="25400" cap="sq">
              <a:solidFill>
                <a:srgbClr val="F0F6FB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627383" y="1779527"/>
            <a:ext cx="8072123" cy="903227"/>
            <a:chOff x="0" y="0"/>
            <a:chExt cx="10762831" cy="120430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762869" cy="1204341"/>
            </a:xfrm>
            <a:custGeom>
              <a:avLst/>
              <a:gdLst/>
              <a:ahLst/>
              <a:cxnLst/>
              <a:rect r="r" b="b" t="t" l="l"/>
              <a:pathLst>
                <a:path h="1204341" w="10762869">
                  <a:moveTo>
                    <a:pt x="0" y="0"/>
                  </a:moveTo>
                  <a:lnTo>
                    <a:pt x="10762869" y="0"/>
                  </a:lnTo>
                  <a:lnTo>
                    <a:pt x="10762869" y="1204341"/>
                  </a:lnTo>
                  <a:lnTo>
                    <a:pt x="0" y="1204341"/>
                  </a:lnTo>
                  <a:close/>
                </a:path>
              </a:pathLst>
            </a:custGeom>
            <a:solidFill>
              <a:srgbClr val="00B4D8"/>
            </a:solidFill>
            <a:ln w="25400" cap="sq">
              <a:solidFill>
                <a:srgbClr val="00B4D8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640080" y="1792224"/>
            <a:ext cx="8046720" cy="877824"/>
            <a:chOff x="0" y="0"/>
            <a:chExt cx="10728960" cy="117043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72896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8612" r="0" b="-128612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10728960" cy="12275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📊  Student Dashboard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15365" y="2821943"/>
            <a:ext cx="3408683" cy="1488443"/>
            <a:chOff x="0" y="0"/>
            <a:chExt cx="4544911" cy="198459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544949" cy="1984629"/>
            </a:xfrm>
            <a:custGeom>
              <a:avLst/>
              <a:gdLst/>
              <a:ahLst/>
              <a:cxnLst/>
              <a:rect r="r" b="b" t="t" l="l"/>
              <a:pathLst>
                <a:path h="1984629" w="4544949">
                  <a:moveTo>
                    <a:pt x="0" y="0"/>
                  </a:moveTo>
                  <a:lnTo>
                    <a:pt x="4544949" y="0"/>
                  </a:lnTo>
                  <a:lnTo>
                    <a:pt x="4544949" y="1984629"/>
                  </a:lnTo>
                  <a:lnTo>
                    <a:pt x="0" y="1984629"/>
                  </a:lnTo>
                  <a:close/>
                </a:path>
              </a:pathLst>
            </a:custGeom>
            <a:solidFill>
              <a:srgbClr val="E8F8FC"/>
            </a:solidFill>
            <a:ln w="25400" cap="sq">
              <a:solidFill>
                <a:srgbClr val="B0E4F0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028062" y="2834640"/>
            <a:ext cx="1097280" cy="1463040"/>
            <a:chOff x="0" y="0"/>
            <a:chExt cx="1463040" cy="19507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63040" cy="1950720"/>
            </a:xfrm>
            <a:custGeom>
              <a:avLst/>
              <a:gdLst/>
              <a:ahLst/>
              <a:cxnLst/>
              <a:rect r="r" b="b" t="t" l="l"/>
              <a:pathLst>
                <a:path h="19507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1071" t="0" r="-121071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85725"/>
              <a:ext cx="1463040" cy="2036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 b="true">
                  <a:solidFill>
                    <a:srgbClr val="00B4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∑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2161918" y="2834640"/>
            <a:ext cx="2194560" cy="1463040"/>
            <a:chOff x="0" y="0"/>
            <a:chExt cx="2926080" cy="19507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92608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5" t="0" r="-35535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2926080" cy="1998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Total Attempts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4855845" y="2821943"/>
            <a:ext cx="3408683" cy="1488443"/>
            <a:chOff x="0" y="0"/>
            <a:chExt cx="4544911" cy="198459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544949" cy="1984629"/>
            </a:xfrm>
            <a:custGeom>
              <a:avLst/>
              <a:gdLst/>
              <a:ahLst/>
              <a:cxnLst/>
              <a:rect r="r" b="b" t="t" l="l"/>
              <a:pathLst>
                <a:path h="1984629" w="4544949">
                  <a:moveTo>
                    <a:pt x="0" y="0"/>
                  </a:moveTo>
                  <a:lnTo>
                    <a:pt x="4544949" y="0"/>
                  </a:lnTo>
                  <a:lnTo>
                    <a:pt x="4544949" y="1984629"/>
                  </a:lnTo>
                  <a:lnTo>
                    <a:pt x="0" y="1984629"/>
                  </a:lnTo>
                  <a:close/>
                </a:path>
              </a:pathLst>
            </a:custGeom>
            <a:solidFill>
              <a:srgbClr val="E8F8FC"/>
            </a:solidFill>
            <a:ln w="25400" cap="sq">
              <a:solidFill>
                <a:srgbClr val="B0E4F0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4868542" y="2834640"/>
            <a:ext cx="1097280" cy="1463040"/>
            <a:chOff x="0" y="0"/>
            <a:chExt cx="1463040" cy="19507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63040" cy="1950720"/>
            </a:xfrm>
            <a:custGeom>
              <a:avLst/>
              <a:gdLst/>
              <a:ahLst/>
              <a:cxnLst/>
              <a:rect r="r" b="b" t="t" l="l"/>
              <a:pathLst>
                <a:path h="19507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1071" t="0" r="-121071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85725"/>
              <a:ext cx="1463040" cy="2036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 b="true">
                  <a:solidFill>
                    <a:srgbClr val="00B4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%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002398" y="2834640"/>
            <a:ext cx="2194560" cy="1463040"/>
            <a:chOff x="0" y="0"/>
            <a:chExt cx="2926080" cy="19507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92608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5" t="0" r="-35535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2926080" cy="1998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Avg Score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68655" y="4505963"/>
            <a:ext cx="8072123" cy="1012955"/>
            <a:chOff x="0" y="0"/>
            <a:chExt cx="10762831" cy="135060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762869" cy="1350645"/>
            </a:xfrm>
            <a:custGeom>
              <a:avLst/>
              <a:gdLst/>
              <a:ahLst/>
              <a:cxnLst/>
              <a:rect r="r" b="b" t="t" l="l"/>
              <a:pathLst>
                <a:path h="1350645" w="10762869">
                  <a:moveTo>
                    <a:pt x="0" y="0"/>
                  </a:moveTo>
                  <a:lnTo>
                    <a:pt x="10762869" y="0"/>
                  </a:lnTo>
                  <a:lnTo>
                    <a:pt x="10762869" y="1350645"/>
                  </a:lnTo>
                  <a:lnTo>
                    <a:pt x="0" y="1350645"/>
                  </a:lnTo>
                  <a:close/>
                </a:path>
              </a:pathLst>
            </a:custGeom>
            <a:solidFill>
              <a:srgbClr val="F0F6FB"/>
            </a:solidFill>
            <a:ln w="25400" cap="sq">
              <a:solidFill>
                <a:srgbClr val="D0E8F5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919096" y="4591812"/>
            <a:ext cx="694944" cy="694944"/>
            <a:chOff x="0" y="0"/>
            <a:chExt cx="926592" cy="926592"/>
          </a:xfrm>
        </p:grpSpPr>
        <p:sp>
          <p:nvSpPr>
            <p:cNvPr name="Freeform 35" id="35" descr="preencoded.png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723768" y="4518660"/>
            <a:ext cx="6858000" cy="987552"/>
            <a:chOff x="0" y="0"/>
            <a:chExt cx="9144000" cy="131673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144000" cy="1316736"/>
            </a:xfrm>
            <a:custGeom>
              <a:avLst/>
              <a:gdLst/>
              <a:ahLst/>
              <a:cxnLst/>
              <a:rect r="r" b="b" t="t" l="l"/>
              <a:pathLst>
                <a:path h="1316736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312" r="0" b="-85312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9144000" cy="13643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1A2A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Pass / Fail ratio per test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668655" y="5639819"/>
            <a:ext cx="8072123" cy="1012955"/>
            <a:chOff x="0" y="0"/>
            <a:chExt cx="10762831" cy="1350607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762869" cy="1350645"/>
            </a:xfrm>
            <a:custGeom>
              <a:avLst/>
              <a:gdLst/>
              <a:ahLst/>
              <a:cxnLst/>
              <a:rect r="r" b="b" t="t" l="l"/>
              <a:pathLst>
                <a:path h="1350645" w="10762869">
                  <a:moveTo>
                    <a:pt x="0" y="0"/>
                  </a:moveTo>
                  <a:lnTo>
                    <a:pt x="10762869" y="0"/>
                  </a:lnTo>
                  <a:lnTo>
                    <a:pt x="10762869" y="1350645"/>
                  </a:lnTo>
                  <a:lnTo>
                    <a:pt x="0" y="1350645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0E8F5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919096" y="5725668"/>
            <a:ext cx="694944" cy="694944"/>
            <a:chOff x="0" y="0"/>
            <a:chExt cx="926592" cy="926592"/>
          </a:xfrm>
        </p:grpSpPr>
        <p:sp>
          <p:nvSpPr>
            <p:cNvPr name="Freeform 42" id="42" descr="preencoded.png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723768" y="5652516"/>
            <a:ext cx="6858000" cy="987552"/>
            <a:chOff x="0" y="0"/>
            <a:chExt cx="9144000" cy="131673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144000" cy="1316736"/>
            </a:xfrm>
            <a:custGeom>
              <a:avLst/>
              <a:gdLst/>
              <a:ahLst/>
              <a:cxnLst/>
              <a:rect r="r" b="b" t="t" l="l"/>
              <a:pathLst>
                <a:path h="1316736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312" r="0" b="-85312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9144000" cy="13643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1A2A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Subject-wise performance breakdown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668655" y="6773675"/>
            <a:ext cx="8072123" cy="1012955"/>
            <a:chOff x="0" y="0"/>
            <a:chExt cx="10762831" cy="1350607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762869" cy="1350645"/>
            </a:xfrm>
            <a:custGeom>
              <a:avLst/>
              <a:gdLst/>
              <a:ahLst/>
              <a:cxnLst/>
              <a:rect r="r" b="b" t="t" l="l"/>
              <a:pathLst>
                <a:path h="1350645" w="10762869">
                  <a:moveTo>
                    <a:pt x="0" y="0"/>
                  </a:moveTo>
                  <a:lnTo>
                    <a:pt x="10762869" y="0"/>
                  </a:lnTo>
                  <a:lnTo>
                    <a:pt x="10762869" y="1350645"/>
                  </a:lnTo>
                  <a:lnTo>
                    <a:pt x="0" y="1350645"/>
                  </a:lnTo>
                  <a:close/>
                </a:path>
              </a:pathLst>
            </a:custGeom>
            <a:solidFill>
              <a:srgbClr val="F0F6FB"/>
            </a:solidFill>
            <a:ln w="25400" cap="sq">
              <a:solidFill>
                <a:srgbClr val="D0E8F5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919096" y="6859524"/>
            <a:ext cx="694944" cy="694944"/>
            <a:chOff x="0" y="0"/>
            <a:chExt cx="926592" cy="926592"/>
          </a:xfrm>
        </p:grpSpPr>
        <p:sp>
          <p:nvSpPr>
            <p:cNvPr name="Freeform 49" id="49" descr="preencoded.png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723768" y="6786372"/>
            <a:ext cx="6858000" cy="987552"/>
            <a:chOff x="0" y="0"/>
            <a:chExt cx="9144000" cy="131673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144000" cy="1316736"/>
            </a:xfrm>
            <a:custGeom>
              <a:avLst/>
              <a:gdLst/>
              <a:ahLst/>
              <a:cxnLst/>
              <a:rect r="r" b="b" t="t" l="l"/>
              <a:pathLst>
                <a:path h="1316736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312" r="0" b="-85312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9144000" cy="13643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1A2A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Test history with attempt details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668655" y="7907531"/>
            <a:ext cx="8072123" cy="1012955"/>
            <a:chOff x="0" y="0"/>
            <a:chExt cx="10762831" cy="1350607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762869" cy="1350645"/>
            </a:xfrm>
            <a:custGeom>
              <a:avLst/>
              <a:gdLst/>
              <a:ahLst/>
              <a:cxnLst/>
              <a:rect r="r" b="b" t="t" l="l"/>
              <a:pathLst>
                <a:path h="1350645" w="10762869">
                  <a:moveTo>
                    <a:pt x="0" y="0"/>
                  </a:moveTo>
                  <a:lnTo>
                    <a:pt x="10762869" y="0"/>
                  </a:lnTo>
                  <a:lnTo>
                    <a:pt x="10762869" y="1350645"/>
                  </a:lnTo>
                  <a:lnTo>
                    <a:pt x="0" y="1350645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0E8F5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919096" y="7993380"/>
            <a:ext cx="694944" cy="694944"/>
            <a:chOff x="0" y="0"/>
            <a:chExt cx="926592" cy="926592"/>
          </a:xfrm>
        </p:grpSpPr>
        <p:sp>
          <p:nvSpPr>
            <p:cNvPr name="Freeform 56" id="56" descr="preencoded.png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723768" y="7920228"/>
            <a:ext cx="6858000" cy="987552"/>
            <a:chOff x="0" y="0"/>
            <a:chExt cx="9144000" cy="131673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9144000" cy="1316736"/>
            </a:xfrm>
            <a:custGeom>
              <a:avLst/>
              <a:gdLst/>
              <a:ahLst/>
              <a:cxnLst/>
              <a:rect r="r" b="b" t="t" l="l"/>
              <a:pathLst>
                <a:path h="1316736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312" r="0" b="-85312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47625"/>
              <a:ext cx="9144000" cy="13643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1A2A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Charts powered by Recharts library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9588503" y="1779527"/>
            <a:ext cx="8072123" cy="903227"/>
            <a:chOff x="0" y="0"/>
            <a:chExt cx="10762831" cy="1204303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0762869" cy="1204341"/>
            </a:xfrm>
            <a:custGeom>
              <a:avLst/>
              <a:gdLst/>
              <a:ahLst/>
              <a:cxnLst/>
              <a:rect r="r" b="b" t="t" l="l"/>
              <a:pathLst>
                <a:path h="1204341" w="10762869">
                  <a:moveTo>
                    <a:pt x="0" y="0"/>
                  </a:moveTo>
                  <a:lnTo>
                    <a:pt x="10762869" y="0"/>
                  </a:lnTo>
                  <a:lnTo>
                    <a:pt x="10762869" y="1204341"/>
                  </a:lnTo>
                  <a:lnTo>
                    <a:pt x="0" y="1204341"/>
                  </a:lnTo>
                  <a:close/>
                </a:path>
              </a:pathLst>
            </a:custGeom>
            <a:solidFill>
              <a:srgbClr val="1E3A5F"/>
            </a:solidFill>
            <a:ln w="25400" cap="sq">
              <a:solidFill>
                <a:srgbClr val="1E3A5F"/>
              </a:solidFill>
              <a:prstDash val="solid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9601200" y="1792224"/>
            <a:ext cx="8046720" cy="877824"/>
            <a:chOff x="0" y="0"/>
            <a:chExt cx="10728960" cy="117043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72896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8612" r="0" b="-128612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57150"/>
              <a:ext cx="10728960" cy="12275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🛠  Admin Reports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588503" y="2821943"/>
            <a:ext cx="8072123" cy="1159259"/>
            <a:chOff x="0" y="0"/>
            <a:chExt cx="10762831" cy="1545679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0762869" cy="1545717"/>
            </a:xfrm>
            <a:custGeom>
              <a:avLst/>
              <a:gdLst/>
              <a:ahLst/>
              <a:cxnLst/>
              <a:rect r="r" b="b" t="t" l="l"/>
              <a:pathLst>
                <a:path h="1545717" w="10762869">
                  <a:moveTo>
                    <a:pt x="0" y="0"/>
                  </a:moveTo>
                  <a:lnTo>
                    <a:pt x="10762869" y="0"/>
                  </a:lnTo>
                  <a:lnTo>
                    <a:pt x="10762869" y="1545717"/>
                  </a:lnTo>
                  <a:lnTo>
                    <a:pt x="0" y="1545717"/>
                  </a:lnTo>
                  <a:close/>
                </a:path>
              </a:pathLst>
            </a:custGeom>
            <a:solidFill>
              <a:srgbClr val="F0F6FB"/>
            </a:solidFill>
            <a:ln w="25400" cap="sq">
              <a:solidFill>
                <a:srgbClr val="D0E8F5"/>
              </a:solidFill>
              <a:prstDash val="solid"/>
              <a:miter/>
            </a:ln>
          </p:spPr>
        </p:sp>
      </p:grpSp>
      <p:grpSp>
        <p:nvGrpSpPr>
          <p:cNvPr name="Group 67" id="67"/>
          <p:cNvGrpSpPr/>
          <p:nvPr/>
        </p:nvGrpSpPr>
        <p:grpSpPr>
          <a:xfrm rot="0">
            <a:off x="9588503" y="2821943"/>
            <a:ext cx="135131" cy="1159259"/>
            <a:chOff x="0" y="0"/>
            <a:chExt cx="180175" cy="1545679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80213" cy="1545717"/>
            </a:xfrm>
            <a:custGeom>
              <a:avLst/>
              <a:gdLst/>
              <a:ahLst/>
              <a:cxnLst/>
              <a:rect r="r" b="b" t="t" l="l"/>
              <a:pathLst>
                <a:path h="1545717" w="180213">
                  <a:moveTo>
                    <a:pt x="0" y="0"/>
                  </a:moveTo>
                  <a:lnTo>
                    <a:pt x="180213" y="0"/>
                  </a:lnTo>
                  <a:lnTo>
                    <a:pt x="180213" y="1545717"/>
                  </a:lnTo>
                  <a:lnTo>
                    <a:pt x="0" y="1545717"/>
                  </a:lnTo>
                  <a:close/>
                </a:path>
              </a:pathLst>
            </a:custGeom>
            <a:solidFill>
              <a:srgbClr val="1E3A5F"/>
            </a:solidFill>
            <a:ln w="25400" cap="sq">
              <a:solidFill>
                <a:srgbClr val="1E3A5F"/>
              </a:solidFill>
              <a:prstDash val="solid"/>
              <a:miter/>
            </a:ln>
          </p:spPr>
        </p:sp>
      </p:grpSp>
      <p:grpSp>
        <p:nvGrpSpPr>
          <p:cNvPr name="Group 69" id="69"/>
          <p:cNvGrpSpPr/>
          <p:nvPr/>
        </p:nvGrpSpPr>
        <p:grpSpPr>
          <a:xfrm rot="0">
            <a:off x="9838944" y="2944368"/>
            <a:ext cx="7680960" cy="914400"/>
            <a:chOff x="0" y="0"/>
            <a:chExt cx="10241280" cy="12192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02412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674" r="0" b="-113674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47625"/>
              <a:ext cx="1024128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1A2A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Student-wise performance table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9588503" y="4102103"/>
            <a:ext cx="8072123" cy="1159259"/>
            <a:chOff x="0" y="0"/>
            <a:chExt cx="10762831" cy="1545679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0762869" cy="1545717"/>
            </a:xfrm>
            <a:custGeom>
              <a:avLst/>
              <a:gdLst/>
              <a:ahLst/>
              <a:cxnLst/>
              <a:rect r="r" b="b" t="t" l="l"/>
              <a:pathLst>
                <a:path h="1545717" w="10762869">
                  <a:moveTo>
                    <a:pt x="0" y="0"/>
                  </a:moveTo>
                  <a:lnTo>
                    <a:pt x="10762869" y="0"/>
                  </a:lnTo>
                  <a:lnTo>
                    <a:pt x="10762869" y="1545717"/>
                  </a:lnTo>
                  <a:lnTo>
                    <a:pt x="0" y="154571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0E8F5"/>
              </a:solidFill>
              <a:prstDash val="solid"/>
              <a:miter/>
            </a:ln>
          </p:spPr>
        </p:sp>
      </p:grpSp>
      <p:grpSp>
        <p:nvGrpSpPr>
          <p:cNvPr name="Group 74" id="74"/>
          <p:cNvGrpSpPr/>
          <p:nvPr/>
        </p:nvGrpSpPr>
        <p:grpSpPr>
          <a:xfrm rot="0">
            <a:off x="9588503" y="4102103"/>
            <a:ext cx="135131" cy="1159259"/>
            <a:chOff x="0" y="0"/>
            <a:chExt cx="180175" cy="1545679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80213" cy="1545717"/>
            </a:xfrm>
            <a:custGeom>
              <a:avLst/>
              <a:gdLst/>
              <a:ahLst/>
              <a:cxnLst/>
              <a:rect r="r" b="b" t="t" l="l"/>
              <a:pathLst>
                <a:path h="1545717" w="180213">
                  <a:moveTo>
                    <a:pt x="0" y="0"/>
                  </a:moveTo>
                  <a:lnTo>
                    <a:pt x="180213" y="0"/>
                  </a:lnTo>
                  <a:lnTo>
                    <a:pt x="180213" y="1545717"/>
                  </a:lnTo>
                  <a:lnTo>
                    <a:pt x="0" y="1545717"/>
                  </a:lnTo>
                  <a:close/>
                </a:path>
              </a:pathLst>
            </a:custGeom>
            <a:solidFill>
              <a:srgbClr val="1E3A5F"/>
            </a:solidFill>
            <a:ln w="25400" cap="sq">
              <a:solidFill>
                <a:srgbClr val="1E3A5F"/>
              </a:solidFill>
              <a:prstDash val="solid"/>
              <a:miter/>
            </a:ln>
          </p:spPr>
        </p:sp>
      </p:grpSp>
      <p:grpSp>
        <p:nvGrpSpPr>
          <p:cNvPr name="Group 76" id="76"/>
          <p:cNvGrpSpPr/>
          <p:nvPr/>
        </p:nvGrpSpPr>
        <p:grpSpPr>
          <a:xfrm rot="0">
            <a:off x="9838944" y="4224528"/>
            <a:ext cx="7680960" cy="914400"/>
            <a:chOff x="0" y="0"/>
            <a:chExt cx="10241280" cy="121920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02412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674" r="0" b="-113674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47625"/>
              <a:ext cx="1024128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1A2A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Subject-wise stats (avg, attempts, students)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9588503" y="5382263"/>
            <a:ext cx="8072123" cy="1159259"/>
            <a:chOff x="0" y="0"/>
            <a:chExt cx="10762831" cy="1545679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0762869" cy="1545717"/>
            </a:xfrm>
            <a:custGeom>
              <a:avLst/>
              <a:gdLst/>
              <a:ahLst/>
              <a:cxnLst/>
              <a:rect r="r" b="b" t="t" l="l"/>
              <a:pathLst>
                <a:path h="1545717" w="10762869">
                  <a:moveTo>
                    <a:pt x="0" y="0"/>
                  </a:moveTo>
                  <a:lnTo>
                    <a:pt x="10762869" y="0"/>
                  </a:lnTo>
                  <a:lnTo>
                    <a:pt x="10762869" y="1545717"/>
                  </a:lnTo>
                  <a:lnTo>
                    <a:pt x="0" y="1545717"/>
                  </a:lnTo>
                  <a:close/>
                </a:path>
              </a:pathLst>
            </a:custGeom>
            <a:solidFill>
              <a:srgbClr val="F0F6FB"/>
            </a:solidFill>
            <a:ln w="25400" cap="sq">
              <a:solidFill>
                <a:srgbClr val="D0E8F5"/>
              </a:solidFill>
              <a:prstDash val="solid"/>
              <a:miter/>
            </a:ln>
          </p:spPr>
        </p:sp>
      </p:grpSp>
      <p:grpSp>
        <p:nvGrpSpPr>
          <p:cNvPr name="Group 81" id="81"/>
          <p:cNvGrpSpPr/>
          <p:nvPr/>
        </p:nvGrpSpPr>
        <p:grpSpPr>
          <a:xfrm rot="0">
            <a:off x="9588503" y="5382263"/>
            <a:ext cx="135131" cy="1159259"/>
            <a:chOff x="0" y="0"/>
            <a:chExt cx="180175" cy="1545679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80213" cy="1545717"/>
            </a:xfrm>
            <a:custGeom>
              <a:avLst/>
              <a:gdLst/>
              <a:ahLst/>
              <a:cxnLst/>
              <a:rect r="r" b="b" t="t" l="l"/>
              <a:pathLst>
                <a:path h="1545717" w="180213">
                  <a:moveTo>
                    <a:pt x="0" y="0"/>
                  </a:moveTo>
                  <a:lnTo>
                    <a:pt x="180213" y="0"/>
                  </a:lnTo>
                  <a:lnTo>
                    <a:pt x="180213" y="1545717"/>
                  </a:lnTo>
                  <a:lnTo>
                    <a:pt x="0" y="1545717"/>
                  </a:lnTo>
                  <a:close/>
                </a:path>
              </a:pathLst>
            </a:custGeom>
            <a:solidFill>
              <a:srgbClr val="1E3A5F"/>
            </a:solidFill>
            <a:ln w="25400" cap="sq">
              <a:solidFill>
                <a:srgbClr val="1E3A5F"/>
              </a:solidFill>
              <a:prstDash val="solid"/>
              <a:miter/>
            </a:ln>
          </p:spPr>
        </p:sp>
      </p:grpSp>
      <p:grpSp>
        <p:nvGrpSpPr>
          <p:cNvPr name="Group 83" id="83"/>
          <p:cNvGrpSpPr/>
          <p:nvPr/>
        </p:nvGrpSpPr>
        <p:grpSpPr>
          <a:xfrm rot="0">
            <a:off x="9838944" y="5504688"/>
            <a:ext cx="7680960" cy="914400"/>
            <a:chOff x="0" y="0"/>
            <a:chExt cx="10241280" cy="121920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02412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674" r="0" b="-113674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47625"/>
              <a:ext cx="1024128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1A2A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Test-wise attempt tracking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9588503" y="6662423"/>
            <a:ext cx="8072123" cy="1159259"/>
            <a:chOff x="0" y="0"/>
            <a:chExt cx="10762831" cy="1545679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0762869" cy="1545717"/>
            </a:xfrm>
            <a:custGeom>
              <a:avLst/>
              <a:gdLst/>
              <a:ahLst/>
              <a:cxnLst/>
              <a:rect r="r" b="b" t="t" l="l"/>
              <a:pathLst>
                <a:path h="1545717" w="10762869">
                  <a:moveTo>
                    <a:pt x="0" y="0"/>
                  </a:moveTo>
                  <a:lnTo>
                    <a:pt x="10762869" y="0"/>
                  </a:lnTo>
                  <a:lnTo>
                    <a:pt x="10762869" y="1545717"/>
                  </a:lnTo>
                  <a:lnTo>
                    <a:pt x="0" y="154571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0E8F5"/>
              </a:solidFill>
              <a:prstDash val="solid"/>
              <a:miter/>
            </a:ln>
          </p:spPr>
        </p:sp>
      </p:grpSp>
      <p:grpSp>
        <p:nvGrpSpPr>
          <p:cNvPr name="Group 88" id="88"/>
          <p:cNvGrpSpPr/>
          <p:nvPr/>
        </p:nvGrpSpPr>
        <p:grpSpPr>
          <a:xfrm rot="0">
            <a:off x="9588503" y="6662423"/>
            <a:ext cx="135131" cy="1159259"/>
            <a:chOff x="0" y="0"/>
            <a:chExt cx="180175" cy="1545679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180213" cy="1545717"/>
            </a:xfrm>
            <a:custGeom>
              <a:avLst/>
              <a:gdLst/>
              <a:ahLst/>
              <a:cxnLst/>
              <a:rect r="r" b="b" t="t" l="l"/>
              <a:pathLst>
                <a:path h="1545717" w="180213">
                  <a:moveTo>
                    <a:pt x="0" y="0"/>
                  </a:moveTo>
                  <a:lnTo>
                    <a:pt x="180213" y="0"/>
                  </a:lnTo>
                  <a:lnTo>
                    <a:pt x="180213" y="1545717"/>
                  </a:lnTo>
                  <a:lnTo>
                    <a:pt x="0" y="1545717"/>
                  </a:lnTo>
                  <a:close/>
                </a:path>
              </a:pathLst>
            </a:custGeom>
            <a:solidFill>
              <a:srgbClr val="1E3A5F"/>
            </a:solidFill>
            <a:ln w="25400" cap="sq">
              <a:solidFill>
                <a:srgbClr val="1E3A5F"/>
              </a:solidFill>
              <a:prstDash val="solid"/>
              <a:miter/>
            </a:ln>
          </p:spPr>
        </p:sp>
      </p:grpSp>
      <p:grpSp>
        <p:nvGrpSpPr>
          <p:cNvPr name="Group 90" id="90"/>
          <p:cNvGrpSpPr/>
          <p:nvPr/>
        </p:nvGrpSpPr>
        <p:grpSpPr>
          <a:xfrm rot="0">
            <a:off x="9838944" y="6784848"/>
            <a:ext cx="7680960" cy="914400"/>
            <a:chOff x="0" y="0"/>
            <a:chExt cx="10241280" cy="121920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02412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674" r="0" b="-113674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47625"/>
              <a:ext cx="1024128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1A2A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Manual score override capability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9588503" y="7942583"/>
            <a:ext cx="8072123" cy="1159259"/>
            <a:chOff x="0" y="0"/>
            <a:chExt cx="10762831" cy="1545679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0762869" cy="1545717"/>
            </a:xfrm>
            <a:custGeom>
              <a:avLst/>
              <a:gdLst/>
              <a:ahLst/>
              <a:cxnLst/>
              <a:rect r="r" b="b" t="t" l="l"/>
              <a:pathLst>
                <a:path h="1545717" w="10762869">
                  <a:moveTo>
                    <a:pt x="0" y="0"/>
                  </a:moveTo>
                  <a:lnTo>
                    <a:pt x="10762869" y="0"/>
                  </a:lnTo>
                  <a:lnTo>
                    <a:pt x="10762869" y="1545717"/>
                  </a:lnTo>
                  <a:lnTo>
                    <a:pt x="0" y="1545717"/>
                  </a:lnTo>
                  <a:close/>
                </a:path>
              </a:pathLst>
            </a:custGeom>
            <a:solidFill>
              <a:srgbClr val="F0F6FB"/>
            </a:solidFill>
            <a:ln w="25400" cap="sq">
              <a:solidFill>
                <a:srgbClr val="D0E8F5"/>
              </a:solidFill>
              <a:prstDash val="solid"/>
              <a:miter/>
            </a:ln>
          </p:spPr>
        </p:sp>
      </p:grpSp>
      <p:grpSp>
        <p:nvGrpSpPr>
          <p:cNvPr name="Group 95" id="95"/>
          <p:cNvGrpSpPr/>
          <p:nvPr/>
        </p:nvGrpSpPr>
        <p:grpSpPr>
          <a:xfrm rot="0">
            <a:off x="9588503" y="7942583"/>
            <a:ext cx="135131" cy="1159259"/>
            <a:chOff x="0" y="0"/>
            <a:chExt cx="180175" cy="1545679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80213" cy="1545717"/>
            </a:xfrm>
            <a:custGeom>
              <a:avLst/>
              <a:gdLst/>
              <a:ahLst/>
              <a:cxnLst/>
              <a:rect r="r" b="b" t="t" l="l"/>
              <a:pathLst>
                <a:path h="1545717" w="180213">
                  <a:moveTo>
                    <a:pt x="0" y="0"/>
                  </a:moveTo>
                  <a:lnTo>
                    <a:pt x="180213" y="0"/>
                  </a:lnTo>
                  <a:lnTo>
                    <a:pt x="180213" y="1545717"/>
                  </a:lnTo>
                  <a:lnTo>
                    <a:pt x="0" y="1545717"/>
                  </a:lnTo>
                  <a:close/>
                </a:path>
              </a:pathLst>
            </a:custGeom>
            <a:solidFill>
              <a:srgbClr val="1E3A5F"/>
            </a:solidFill>
            <a:ln w="25400" cap="sq">
              <a:solidFill>
                <a:srgbClr val="1E3A5F"/>
              </a:solidFill>
              <a:prstDash val="solid"/>
              <a:miter/>
            </a:ln>
          </p:spPr>
        </p:sp>
      </p:grpSp>
      <p:grpSp>
        <p:nvGrpSpPr>
          <p:cNvPr name="Group 97" id="97"/>
          <p:cNvGrpSpPr/>
          <p:nvPr/>
        </p:nvGrpSpPr>
        <p:grpSpPr>
          <a:xfrm rot="0">
            <a:off x="9838944" y="8065008"/>
            <a:ext cx="7680960" cy="914400"/>
            <a:chOff x="0" y="0"/>
            <a:chExt cx="10241280" cy="121920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102412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674" r="0" b="-113674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47625"/>
              <a:ext cx="1024128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1A2A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Exportable data for academic records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17178023" y="9314183"/>
            <a:ext cx="665483" cy="665483"/>
            <a:chOff x="0" y="0"/>
            <a:chExt cx="887311" cy="887311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887349" cy="887349"/>
            </a:xfrm>
            <a:custGeom>
              <a:avLst/>
              <a:gdLst/>
              <a:ahLst/>
              <a:cxnLst/>
              <a:rect r="r" b="b" t="t" l="l"/>
              <a:pathLst>
                <a:path h="887349" w="887349">
                  <a:moveTo>
                    <a:pt x="0" y="443611"/>
                  </a:moveTo>
                  <a:cubicBezTo>
                    <a:pt x="0" y="198628"/>
                    <a:pt x="198628" y="0"/>
                    <a:pt x="443611" y="0"/>
                  </a:cubicBezTo>
                  <a:cubicBezTo>
                    <a:pt x="688594" y="0"/>
                    <a:pt x="887349" y="198628"/>
                    <a:pt x="887349" y="443611"/>
                  </a:cubicBezTo>
                  <a:cubicBezTo>
                    <a:pt x="887349" y="688594"/>
                    <a:pt x="688721" y="887349"/>
                    <a:pt x="443611" y="887349"/>
                  </a:cubicBezTo>
                  <a:cubicBezTo>
                    <a:pt x="198501" y="887349"/>
                    <a:pt x="0" y="688721"/>
                    <a:pt x="0" y="443611"/>
                  </a:cubicBezTo>
                  <a:close/>
                </a:path>
              </a:pathLst>
            </a:custGeom>
            <a:solidFill>
              <a:srgbClr val="00B4D8"/>
            </a:solidFill>
            <a:ln w="25400" cap="sq">
              <a:solidFill>
                <a:srgbClr val="00B4D8"/>
              </a:solidFill>
              <a:prstDash val="solid"/>
              <a:miter/>
            </a:ln>
          </p:spPr>
        </p:sp>
      </p:grpSp>
      <p:grpSp>
        <p:nvGrpSpPr>
          <p:cNvPr name="Group 102" id="102"/>
          <p:cNvGrpSpPr/>
          <p:nvPr/>
        </p:nvGrpSpPr>
        <p:grpSpPr>
          <a:xfrm rot="0">
            <a:off x="17190720" y="9290304"/>
            <a:ext cx="640080" cy="640080"/>
            <a:chOff x="0" y="0"/>
            <a:chExt cx="853440" cy="85344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38100"/>
              <a:ext cx="8534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9497063"/>
            <a:ext cx="18313403" cy="793499"/>
            <a:chOff x="0" y="0"/>
            <a:chExt cx="24417871" cy="10579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1058037"/>
            </a:xfrm>
            <a:custGeom>
              <a:avLst/>
              <a:gdLst/>
              <a:ahLst/>
              <a:cxnLst/>
              <a:rect r="r" b="b" t="t" l="l"/>
              <a:pathLst>
                <a:path h="1058037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1058037"/>
                  </a:lnTo>
                  <a:lnTo>
                    <a:pt x="0" y="1058037"/>
                  </a:lnTo>
                  <a:close/>
                </a:path>
              </a:pathLst>
            </a:custGeom>
            <a:solidFill>
              <a:srgbClr val="00B4D8"/>
            </a:solidFill>
            <a:ln w="25400" cap="sq">
              <a:solidFill>
                <a:srgbClr val="00B4D8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52777" y="723267"/>
            <a:ext cx="16459200" cy="1188720"/>
            <a:chOff x="0" y="0"/>
            <a:chExt cx="21945600" cy="15849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792" r="0" b="-21979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04775"/>
              <a:ext cx="21945600" cy="16897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Conclusion &amp; Roadmap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40080" y="1889631"/>
            <a:ext cx="7706363" cy="98555"/>
            <a:chOff x="0" y="0"/>
            <a:chExt cx="10275151" cy="13140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275189" cy="131445"/>
            </a:xfrm>
            <a:custGeom>
              <a:avLst/>
              <a:gdLst/>
              <a:ahLst/>
              <a:cxnLst/>
              <a:rect r="r" b="b" t="t" l="l"/>
              <a:pathLst>
                <a:path h="131445" w="10275189">
                  <a:moveTo>
                    <a:pt x="0" y="0"/>
                  </a:moveTo>
                  <a:lnTo>
                    <a:pt x="10275189" y="0"/>
                  </a:lnTo>
                  <a:lnTo>
                    <a:pt x="10275189" y="131445"/>
                  </a:lnTo>
                  <a:lnTo>
                    <a:pt x="0" y="131445"/>
                  </a:lnTo>
                  <a:close/>
                </a:path>
              </a:pathLst>
            </a:custGeom>
            <a:solidFill>
              <a:srgbClr val="00B4D8"/>
            </a:solidFill>
            <a:ln w="25400" cap="sq">
              <a:solidFill>
                <a:srgbClr val="00B4D8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627383" y="2350137"/>
            <a:ext cx="7889243" cy="793499"/>
            <a:chOff x="0" y="0"/>
            <a:chExt cx="10518991" cy="105799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519029" cy="1058037"/>
            </a:xfrm>
            <a:custGeom>
              <a:avLst/>
              <a:gdLst/>
              <a:ahLst/>
              <a:cxnLst/>
              <a:rect r="r" b="b" t="t" l="l"/>
              <a:pathLst>
                <a:path h="1058037" w="10519029">
                  <a:moveTo>
                    <a:pt x="0" y="0"/>
                  </a:moveTo>
                  <a:lnTo>
                    <a:pt x="10519029" y="0"/>
                  </a:lnTo>
                  <a:lnTo>
                    <a:pt x="10519029" y="1058037"/>
                  </a:lnTo>
                  <a:lnTo>
                    <a:pt x="0" y="1058037"/>
                  </a:lnTo>
                  <a:close/>
                </a:path>
              </a:pathLst>
            </a:custGeom>
            <a:solidFill>
              <a:srgbClr val="162D4A"/>
            </a:solidFill>
            <a:ln w="25400" cap="sq">
              <a:solidFill>
                <a:srgbClr val="22C55E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640080" y="2362833"/>
            <a:ext cx="7863840" cy="768096"/>
            <a:chOff x="0" y="0"/>
            <a:chExt cx="10485120" cy="102412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4851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489" r="0" b="-149489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0485120" cy="10812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22C5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 What We Built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27383" y="3227961"/>
            <a:ext cx="7889243" cy="1195835"/>
            <a:chOff x="0" y="0"/>
            <a:chExt cx="10518991" cy="159444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519029" cy="1594485"/>
            </a:xfrm>
            <a:custGeom>
              <a:avLst/>
              <a:gdLst/>
              <a:ahLst/>
              <a:cxnLst/>
              <a:rect r="r" b="b" t="t" l="l"/>
              <a:pathLst>
                <a:path h="1594485" w="10519029">
                  <a:moveTo>
                    <a:pt x="0" y="0"/>
                  </a:moveTo>
                  <a:lnTo>
                    <a:pt x="10519029" y="0"/>
                  </a:lnTo>
                  <a:lnTo>
                    <a:pt x="10519029" y="1594485"/>
                  </a:lnTo>
                  <a:lnTo>
                    <a:pt x="0" y="1594485"/>
                  </a:lnTo>
                  <a:close/>
                </a:path>
              </a:pathLst>
            </a:custGeom>
            <a:solidFill>
              <a:srgbClr val="0D2035"/>
            </a:solidFill>
            <a:ln w="25400" cap="sq">
              <a:solidFill>
                <a:srgbClr val="1A3A25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822960" y="3240657"/>
            <a:ext cx="694944" cy="1170432"/>
            <a:chOff x="0" y="0"/>
            <a:chExt cx="926592" cy="156057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26592" cy="1560576"/>
            </a:xfrm>
            <a:custGeom>
              <a:avLst/>
              <a:gdLst/>
              <a:ahLst/>
              <a:cxnLst/>
              <a:rect r="r" b="b" t="t" l="l"/>
              <a:pathLst>
                <a:path h="1560576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1560576"/>
                  </a:lnTo>
                  <a:lnTo>
                    <a:pt x="0" y="15605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6090" t="0" r="-166090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926592" cy="16082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22C5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609344" y="3240657"/>
            <a:ext cx="6766560" cy="1170432"/>
            <a:chOff x="0" y="0"/>
            <a:chExt cx="9022080" cy="156057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022080" cy="1560576"/>
            </a:xfrm>
            <a:custGeom>
              <a:avLst/>
              <a:gdLst/>
              <a:ahLst/>
              <a:cxnLst/>
              <a:rect r="r" b="b" t="t" l="l"/>
              <a:pathLst>
                <a:path h="1560576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1560576"/>
                  </a:lnTo>
                  <a:lnTo>
                    <a:pt x="0" y="15605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647" r="0" b="-62647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9022080" cy="16082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C8E8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Full-stack exam portal with role-based access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27383" y="4544697"/>
            <a:ext cx="7889243" cy="1195835"/>
            <a:chOff x="0" y="0"/>
            <a:chExt cx="10518991" cy="159444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519029" cy="1594485"/>
            </a:xfrm>
            <a:custGeom>
              <a:avLst/>
              <a:gdLst/>
              <a:ahLst/>
              <a:cxnLst/>
              <a:rect r="r" b="b" t="t" l="l"/>
              <a:pathLst>
                <a:path h="1594485" w="10519029">
                  <a:moveTo>
                    <a:pt x="0" y="0"/>
                  </a:moveTo>
                  <a:lnTo>
                    <a:pt x="10519029" y="0"/>
                  </a:lnTo>
                  <a:lnTo>
                    <a:pt x="10519029" y="1594485"/>
                  </a:lnTo>
                  <a:lnTo>
                    <a:pt x="0" y="1594485"/>
                  </a:lnTo>
                  <a:close/>
                </a:path>
              </a:pathLst>
            </a:custGeom>
            <a:solidFill>
              <a:srgbClr val="0D2035"/>
            </a:solidFill>
            <a:ln w="25400" cap="sq">
              <a:solidFill>
                <a:srgbClr val="1A3A25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822960" y="4557393"/>
            <a:ext cx="694944" cy="1170432"/>
            <a:chOff x="0" y="0"/>
            <a:chExt cx="926592" cy="156057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26592" cy="1560576"/>
            </a:xfrm>
            <a:custGeom>
              <a:avLst/>
              <a:gdLst/>
              <a:ahLst/>
              <a:cxnLst/>
              <a:rect r="r" b="b" t="t" l="l"/>
              <a:pathLst>
                <a:path h="1560576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1560576"/>
                  </a:lnTo>
                  <a:lnTo>
                    <a:pt x="0" y="15605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6090" t="0" r="-166090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926592" cy="16082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22C5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609344" y="4557393"/>
            <a:ext cx="6766560" cy="1170432"/>
            <a:chOff x="0" y="0"/>
            <a:chExt cx="9022080" cy="156057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022080" cy="1560576"/>
            </a:xfrm>
            <a:custGeom>
              <a:avLst/>
              <a:gdLst/>
              <a:ahLst/>
              <a:cxnLst/>
              <a:rect r="r" b="b" t="t" l="l"/>
              <a:pathLst>
                <a:path h="1560576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1560576"/>
                  </a:lnTo>
                  <a:lnTo>
                    <a:pt x="0" y="15605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647" r="0" b="-62647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9022080" cy="16082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C8E8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Automated scoring and real-time analytics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627383" y="5861433"/>
            <a:ext cx="7889243" cy="1195835"/>
            <a:chOff x="0" y="0"/>
            <a:chExt cx="10518991" cy="159444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519029" cy="1594485"/>
            </a:xfrm>
            <a:custGeom>
              <a:avLst/>
              <a:gdLst/>
              <a:ahLst/>
              <a:cxnLst/>
              <a:rect r="r" b="b" t="t" l="l"/>
              <a:pathLst>
                <a:path h="1594485" w="10519029">
                  <a:moveTo>
                    <a:pt x="0" y="0"/>
                  </a:moveTo>
                  <a:lnTo>
                    <a:pt x="10519029" y="0"/>
                  </a:lnTo>
                  <a:lnTo>
                    <a:pt x="10519029" y="1594485"/>
                  </a:lnTo>
                  <a:lnTo>
                    <a:pt x="0" y="1594485"/>
                  </a:lnTo>
                  <a:close/>
                </a:path>
              </a:pathLst>
            </a:custGeom>
            <a:solidFill>
              <a:srgbClr val="0D2035"/>
            </a:solidFill>
            <a:ln w="25400" cap="sq">
              <a:solidFill>
                <a:srgbClr val="1A3A25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822960" y="5874129"/>
            <a:ext cx="694944" cy="1170432"/>
            <a:chOff x="0" y="0"/>
            <a:chExt cx="926592" cy="156057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26592" cy="1560576"/>
            </a:xfrm>
            <a:custGeom>
              <a:avLst/>
              <a:gdLst/>
              <a:ahLst/>
              <a:cxnLst/>
              <a:rect r="r" b="b" t="t" l="l"/>
              <a:pathLst>
                <a:path h="1560576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1560576"/>
                  </a:lnTo>
                  <a:lnTo>
                    <a:pt x="0" y="15605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6090" t="0" r="-166090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926592" cy="16082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22C5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609344" y="5874129"/>
            <a:ext cx="6766560" cy="1170432"/>
            <a:chOff x="0" y="0"/>
            <a:chExt cx="9022080" cy="156057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022080" cy="1560576"/>
            </a:xfrm>
            <a:custGeom>
              <a:avLst/>
              <a:gdLst/>
              <a:ahLst/>
              <a:cxnLst/>
              <a:rect r="r" b="b" t="t" l="l"/>
              <a:pathLst>
                <a:path h="1560576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1560576"/>
                  </a:lnTo>
                  <a:lnTo>
                    <a:pt x="0" y="15605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647" r="0" b="-62647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9022080" cy="16082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C8E8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PDF generation + email delivery of results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27383" y="7178169"/>
            <a:ext cx="7889243" cy="1195835"/>
            <a:chOff x="0" y="0"/>
            <a:chExt cx="10518991" cy="1594447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519029" cy="1594485"/>
            </a:xfrm>
            <a:custGeom>
              <a:avLst/>
              <a:gdLst/>
              <a:ahLst/>
              <a:cxnLst/>
              <a:rect r="r" b="b" t="t" l="l"/>
              <a:pathLst>
                <a:path h="1594485" w="10519029">
                  <a:moveTo>
                    <a:pt x="0" y="0"/>
                  </a:moveTo>
                  <a:lnTo>
                    <a:pt x="10519029" y="0"/>
                  </a:lnTo>
                  <a:lnTo>
                    <a:pt x="10519029" y="1594485"/>
                  </a:lnTo>
                  <a:lnTo>
                    <a:pt x="0" y="1594485"/>
                  </a:lnTo>
                  <a:close/>
                </a:path>
              </a:pathLst>
            </a:custGeom>
            <a:solidFill>
              <a:srgbClr val="0D2035"/>
            </a:solidFill>
            <a:ln w="25400" cap="sq">
              <a:solidFill>
                <a:srgbClr val="1A3A25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822960" y="7190865"/>
            <a:ext cx="694944" cy="1170432"/>
            <a:chOff x="0" y="0"/>
            <a:chExt cx="926592" cy="156057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26592" cy="1560576"/>
            </a:xfrm>
            <a:custGeom>
              <a:avLst/>
              <a:gdLst/>
              <a:ahLst/>
              <a:cxnLst/>
              <a:rect r="r" b="b" t="t" l="l"/>
              <a:pathLst>
                <a:path h="1560576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1560576"/>
                  </a:lnTo>
                  <a:lnTo>
                    <a:pt x="0" y="15605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6090" t="0" r="-166090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926592" cy="16082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22C5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609344" y="7190865"/>
            <a:ext cx="6766560" cy="1170432"/>
            <a:chOff x="0" y="0"/>
            <a:chExt cx="9022080" cy="156057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022080" cy="1560576"/>
            </a:xfrm>
            <a:custGeom>
              <a:avLst/>
              <a:gdLst/>
              <a:ahLst/>
              <a:cxnLst/>
              <a:rect r="r" b="b" t="t" l="l"/>
              <a:pathLst>
                <a:path h="1560576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1560576"/>
                  </a:lnTo>
                  <a:lnTo>
                    <a:pt x="0" y="15605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647" r="0" b="-62647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9022080" cy="16082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C8E8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Secure JWT authentication (stateless API)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222743" y="2350137"/>
            <a:ext cx="8437883" cy="793499"/>
            <a:chOff x="0" y="0"/>
            <a:chExt cx="11250511" cy="1057999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1250549" cy="1058037"/>
            </a:xfrm>
            <a:custGeom>
              <a:avLst/>
              <a:gdLst/>
              <a:ahLst/>
              <a:cxnLst/>
              <a:rect r="r" b="b" t="t" l="l"/>
              <a:pathLst>
                <a:path h="1058037" w="11250549">
                  <a:moveTo>
                    <a:pt x="0" y="0"/>
                  </a:moveTo>
                  <a:lnTo>
                    <a:pt x="11250549" y="0"/>
                  </a:lnTo>
                  <a:lnTo>
                    <a:pt x="11250549" y="1058037"/>
                  </a:lnTo>
                  <a:lnTo>
                    <a:pt x="0" y="1058037"/>
                  </a:lnTo>
                  <a:close/>
                </a:path>
              </a:pathLst>
            </a:custGeom>
            <a:solidFill>
              <a:srgbClr val="162D4A"/>
            </a:solidFill>
            <a:ln w="25400" cap="sq">
              <a:solidFill>
                <a:srgbClr val="00B4D8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9235440" y="2362833"/>
            <a:ext cx="8412480" cy="768096"/>
            <a:chOff x="0" y="0"/>
            <a:chExt cx="11216640" cy="102412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12166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3407" r="0" b="-163407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57150"/>
              <a:ext cx="11216640" cy="10812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0B4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  Future Enhancements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9222743" y="3227961"/>
            <a:ext cx="8437883" cy="976379"/>
            <a:chOff x="0" y="0"/>
            <a:chExt cx="11250511" cy="1301839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1250549" cy="1301877"/>
            </a:xfrm>
            <a:custGeom>
              <a:avLst/>
              <a:gdLst/>
              <a:ahLst/>
              <a:cxnLst/>
              <a:rect r="r" b="b" t="t" l="l"/>
              <a:pathLst>
                <a:path h="1301877" w="11250549">
                  <a:moveTo>
                    <a:pt x="0" y="0"/>
                  </a:moveTo>
                  <a:lnTo>
                    <a:pt x="11250549" y="0"/>
                  </a:lnTo>
                  <a:lnTo>
                    <a:pt x="11250549" y="1301877"/>
                  </a:lnTo>
                  <a:lnTo>
                    <a:pt x="0" y="1301877"/>
                  </a:lnTo>
                  <a:close/>
                </a:path>
              </a:pathLst>
            </a:custGeom>
            <a:solidFill>
              <a:srgbClr val="0D2035"/>
            </a:solidFill>
            <a:ln w="25400" cap="sq">
              <a:solidFill>
                <a:srgbClr val="163A55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9418320" y="3240657"/>
            <a:ext cx="640080" cy="950976"/>
            <a:chOff x="0" y="0"/>
            <a:chExt cx="853440" cy="126796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53440" cy="1267968"/>
            </a:xfrm>
            <a:custGeom>
              <a:avLst/>
              <a:gdLst/>
              <a:ahLst/>
              <a:cxnLst/>
              <a:rect r="r" b="b" t="t" l="l"/>
              <a:pathLst>
                <a:path h="1267968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0622" t="0" r="-140622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57150"/>
              <a:ext cx="853440" cy="13251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0B4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0149840" y="3240657"/>
            <a:ext cx="7315200" cy="950976"/>
            <a:chOff x="0" y="0"/>
            <a:chExt cx="9753600" cy="126796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753600" cy="1267968"/>
            </a:xfrm>
            <a:custGeom>
              <a:avLst/>
              <a:gdLst/>
              <a:ahLst/>
              <a:cxnLst/>
              <a:rect r="r" b="b" t="t" l="l"/>
              <a:pathLst>
                <a:path h="1267968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884" r="0" b="-99884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9753600" cy="13155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C8E8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Timer-based auto-submission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222743" y="4288665"/>
            <a:ext cx="8437883" cy="976379"/>
            <a:chOff x="0" y="0"/>
            <a:chExt cx="11250511" cy="1301839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1250549" cy="1301877"/>
            </a:xfrm>
            <a:custGeom>
              <a:avLst/>
              <a:gdLst/>
              <a:ahLst/>
              <a:cxnLst/>
              <a:rect r="r" b="b" t="t" l="l"/>
              <a:pathLst>
                <a:path h="1301877" w="11250549">
                  <a:moveTo>
                    <a:pt x="0" y="0"/>
                  </a:moveTo>
                  <a:lnTo>
                    <a:pt x="11250549" y="0"/>
                  </a:lnTo>
                  <a:lnTo>
                    <a:pt x="11250549" y="1301877"/>
                  </a:lnTo>
                  <a:lnTo>
                    <a:pt x="0" y="1301877"/>
                  </a:lnTo>
                  <a:close/>
                </a:path>
              </a:pathLst>
            </a:custGeom>
            <a:solidFill>
              <a:srgbClr val="0D2035"/>
            </a:solidFill>
            <a:ln w="25400" cap="sq">
              <a:solidFill>
                <a:srgbClr val="163A55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9418320" y="4301361"/>
            <a:ext cx="640080" cy="950976"/>
            <a:chOff x="0" y="0"/>
            <a:chExt cx="853440" cy="1267968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853440" cy="1267968"/>
            </a:xfrm>
            <a:custGeom>
              <a:avLst/>
              <a:gdLst/>
              <a:ahLst/>
              <a:cxnLst/>
              <a:rect r="r" b="b" t="t" l="l"/>
              <a:pathLst>
                <a:path h="1267968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0622" t="0" r="-140622" b="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57150"/>
              <a:ext cx="853440" cy="13251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0B4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0149840" y="4301361"/>
            <a:ext cx="7315200" cy="950976"/>
            <a:chOff x="0" y="0"/>
            <a:chExt cx="9753600" cy="1267968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9753600" cy="1267968"/>
            </a:xfrm>
            <a:custGeom>
              <a:avLst/>
              <a:gdLst/>
              <a:ahLst/>
              <a:cxnLst/>
              <a:rect r="r" b="b" t="t" l="l"/>
              <a:pathLst>
                <a:path h="1267968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884" r="0" b="-99884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47625"/>
              <a:ext cx="9753600" cy="13155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C8E8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Anti-cheating (tab-switch detection)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9222743" y="5349369"/>
            <a:ext cx="8437883" cy="976379"/>
            <a:chOff x="0" y="0"/>
            <a:chExt cx="11250511" cy="1301839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1250549" cy="1301877"/>
            </a:xfrm>
            <a:custGeom>
              <a:avLst/>
              <a:gdLst/>
              <a:ahLst/>
              <a:cxnLst/>
              <a:rect r="r" b="b" t="t" l="l"/>
              <a:pathLst>
                <a:path h="1301877" w="11250549">
                  <a:moveTo>
                    <a:pt x="0" y="0"/>
                  </a:moveTo>
                  <a:lnTo>
                    <a:pt x="11250549" y="0"/>
                  </a:lnTo>
                  <a:lnTo>
                    <a:pt x="11250549" y="1301877"/>
                  </a:lnTo>
                  <a:lnTo>
                    <a:pt x="0" y="1301877"/>
                  </a:lnTo>
                  <a:close/>
                </a:path>
              </a:pathLst>
            </a:custGeom>
            <a:solidFill>
              <a:srgbClr val="0D2035"/>
            </a:solidFill>
            <a:ln w="25400" cap="sq">
              <a:solidFill>
                <a:srgbClr val="163A55"/>
              </a:solidFill>
              <a:prstDash val="solid"/>
              <a:miter/>
            </a:ln>
          </p:spPr>
        </p:sp>
      </p:grpSp>
      <p:grpSp>
        <p:nvGrpSpPr>
          <p:cNvPr name="Group 69" id="69"/>
          <p:cNvGrpSpPr/>
          <p:nvPr/>
        </p:nvGrpSpPr>
        <p:grpSpPr>
          <a:xfrm rot="0">
            <a:off x="9418320" y="5362065"/>
            <a:ext cx="640080" cy="950976"/>
            <a:chOff x="0" y="0"/>
            <a:chExt cx="853440" cy="1267968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853440" cy="1267968"/>
            </a:xfrm>
            <a:custGeom>
              <a:avLst/>
              <a:gdLst/>
              <a:ahLst/>
              <a:cxnLst/>
              <a:rect r="r" b="b" t="t" l="l"/>
              <a:pathLst>
                <a:path h="1267968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0622" t="0" r="-140622" b="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57150"/>
              <a:ext cx="853440" cy="13251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0B4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0149840" y="5362065"/>
            <a:ext cx="7315200" cy="950976"/>
            <a:chOff x="0" y="0"/>
            <a:chExt cx="9753600" cy="1267968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9753600" cy="1267968"/>
            </a:xfrm>
            <a:custGeom>
              <a:avLst/>
              <a:gdLst/>
              <a:ahLst/>
              <a:cxnLst/>
              <a:rect r="r" b="b" t="t" l="l"/>
              <a:pathLst>
                <a:path h="1267968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884" r="0" b="-99884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47625"/>
              <a:ext cx="9753600" cy="13155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C8E8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Bulk question import via Excel/CSV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9222743" y="6410073"/>
            <a:ext cx="8437883" cy="976379"/>
            <a:chOff x="0" y="0"/>
            <a:chExt cx="11250511" cy="1301839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1250549" cy="1301877"/>
            </a:xfrm>
            <a:custGeom>
              <a:avLst/>
              <a:gdLst/>
              <a:ahLst/>
              <a:cxnLst/>
              <a:rect r="r" b="b" t="t" l="l"/>
              <a:pathLst>
                <a:path h="1301877" w="11250549">
                  <a:moveTo>
                    <a:pt x="0" y="0"/>
                  </a:moveTo>
                  <a:lnTo>
                    <a:pt x="11250549" y="0"/>
                  </a:lnTo>
                  <a:lnTo>
                    <a:pt x="11250549" y="1301877"/>
                  </a:lnTo>
                  <a:lnTo>
                    <a:pt x="0" y="1301877"/>
                  </a:lnTo>
                  <a:close/>
                </a:path>
              </a:pathLst>
            </a:custGeom>
            <a:solidFill>
              <a:srgbClr val="0D2035"/>
            </a:solidFill>
            <a:ln w="25400" cap="sq">
              <a:solidFill>
                <a:srgbClr val="163A55"/>
              </a:solidFill>
              <a:prstDash val="solid"/>
              <a:miter/>
            </a:ln>
          </p:spPr>
        </p:sp>
      </p:grpSp>
      <p:grpSp>
        <p:nvGrpSpPr>
          <p:cNvPr name="Group 77" id="77"/>
          <p:cNvGrpSpPr/>
          <p:nvPr/>
        </p:nvGrpSpPr>
        <p:grpSpPr>
          <a:xfrm rot="0">
            <a:off x="9418320" y="6422769"/>
            <a:ext cx="640080" cy="950976"/>
            <a:chOff x="0" y="0"/>
            <a:chExt cx="853440" cy="1267968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853440" cy="1267968"/>
            </a:xfrm>
            <a:custGeom>
              <a:avLst/>
              <a:gdLst/>
              <a:ahLst/>
              <a:cxnLst/>
              <a:rect r="r" b="b" t="t" l="l"/>
              <a:pathLst>
                <a:path h="1267968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0622" t="0" r="-140622" b="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57150"/>
              <a:ext cx="853440" cy="13251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0B4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0149840" y="6422769"/>
            <a:ext cx="7315200" cy="950976"/>
            <a:chOff x="0" y="0"/>
            <a:chExt cx="9753600" cy="1267968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9753600" cy="1267968"/>
            </a:xfrm>
            <a:custGeom>
              <a:avLst/>
              <a:gdLst/>
              <a:ahLst/>
              <a:cxnLst/>
              <a:rect r="r" b="b" t="t" l="l"/>
              <a:pathLst>
                <a:path h="1267968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884" r="0" b="-99884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47625"/>
              <a:ext cx="9753600" cy="13155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C8E8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Mobile app (React Native)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9222743" y="7470777"/>
            <a:ext cx="8437883" cy="976379"/>
            <a:chOff x="0" y="0"/>
            <a:chExt cx="11250511" cy="1301839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1250549" cy="1301877"/>
            </a:xfrm>
            <a:custGeom>
              <a:avLst/>
              <a:gdLst/>
              <a:ahLst/>
              <a:cxnLst/>
              <a:rect r="r" b="b" t="t" l="l"/>
              <a:pathLst>
                <a:path h="1301877" w="11250549">
                  <a:moveTo>
                    <a:pt x="0" y="0"/>
                  </a:moveTo>
                  <a:lnTo>
                    <a:pt x="11250549" y="0"/>
                  </a:lnTo>
                  <a:lnTo>
                    <a:pt x="11250549" y="1301877"/>
                  </a:lnTo>
                  <a:lnTo>
                    <a:pt x="0" y="1301877"/>
                  </a:lnTo>
                  <a:close/>
                </a:path>
              </a:pathLst>
            </a:custGeom>
            <a:solidFill>
              <a:srgbClr val="0D2035"/>
            </a:solidFill>
            <a:ln w="25400" cap="sq">
              <a:solidFill>
                <a:srgbClr val="163A55"/>
              </a:solidFill>
              <a:prstDash val="solid"/>
              <a:miter/>
            </a:ln>
          </p:spPr>
        </p:sp>
      </p:grpSp>
      <p:grpSp>
        <p:nvGrpSpPr>
          <p:cNvPr name="Group 85" id="85"/>
          <p:cNvGrpSpPr/>
          <p:nvPr/>
        </p:nvGrpSpPr>
        <p:grpSpPr>
          <a:xfrm rot="0">
            <a:off x="9418320" y="7483473"/>
            <a:ext cx="640080" cy="950976"/>
            <a:chOff x="0" y="0"/>
            <a:chExt cx="853440" cy="1267968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853440" cy="1267968"/>
            </a:xfrm>
            <a:custGeom>
              <a:avLst/>
              <a:gdLst/>
              <a:ahLst/>
              <a:cxnLst/>
              <a:rect r="r" b="b" t="t" l="l"/>
              <a:pathLst>
                <a:path h="1267968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0622" t="0" r="-140622" b="0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57150"/>
              <a:ext cx="853440" cy="13251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0B4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0149840" y="7483473"/>
            <a:ext cx="7315200" cy="950976"/>
            <a:chOff x="0" y="0"/>
            <a:chExt cx="9753600" cy="1267968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9753600" cy="1267968"/>
            </a:xfrm>
            <a:custGeom>
              <a:avLst/>
              <a:gdLst/>
              <a:ahLst/>
              <a:cxnLst/>
              <a:rect r="r" b="b" t="t" l="l"/>
              <a:pathLst>
                <a:path h="1267968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884" r="0" b="-99884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47625"/>
              <a:ext cx="9753600" cy="13155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C8E8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AI-based question recommendation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7178023" y="9314183"/>
            <a:ext cx="665483" cy="665483"/>
            <a:chOff x="0" y="0"/>
            <a:chExt cx="887311" cy="887311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887349" cy="887349"/>
            </a:xfrm>
            <a:custGeom>
              <a:avLst/>
              <a:gdLst/>
              <a:ahLst/>
              <a:cxnLst/>
              <a:rect r="r" b="b" t="t" l="l"/>
              <a:pathLst>
                <a:path h="887349" w="887349">
                  <a:moveTo>
                    <a:pt x="0" y="443611"/>
                  </a:moveTo>
                  <a:cubicBezTo>
                    <a:pt x="0" y="198628"/>
                    <a:pt x="198628" y="0"/>
                    <a:pt x="443611" y="0"/>
                  </a:cubicBezTo>
                  <a:cubicBezTo>
                    <a:pt x="688594" y="0"/>
                    <a:pt x="887349" y="198628"/>
                    <a:pt x="887349" y="443611"/>
                  </a:cubicBezTo>
                  <a:cubicBezTo>
                    <a:pt x="887349" y="688594"/>
                    <a:pt x="688721" y="887349"/>
                    <a:pt x="443611" y="887349"/>
                  </a:cubicBezTo>
                  <a:cubicBezTo>
                    <a:pt x="198501" y="887349"/>
                    <a:pt x="0" y="688721"/>
                    <a:pt x="0" y="443611"/>
                  </a:cubicBezTo>
                  <a:close/>
                </a:path>
              </a:pathLst>
            </a:custGeom>
            <a:solidFill>
              <a:srgbClr val="00B4D8"/>
            </a:solidFill>
            <a:ln w="25400" cap="sq">
              <a:solidFill>
                <a:srgbClr val="00B4D8"/>
              </a:solidFill>
              <a:prstDash val="solid"/>
              <a:miter/>
            </a:ln>
          </p:spPr>
        </p:sp>
      </p:grpSp>
      <p:grpSp>
        <p:nvGrpSpPr>
          <p:cNvPr name="Group 93" id="93"/>
          <p:cNvGrpSpPr/>
          <p:nvPr/>
        </p:nvGrpSpPr>
        <p:grpSpPr>
          <a:xfrm rot="0">
            <a:off x="17190720" y="9290304"/>
            <a:ext cx="640080" cy="640080"/>
            <a:chOff x="0" y="0"/>
            <a:chExt cx="853440" cy="85344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38100"/>
              <a:ext cx="8534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9497063"/>
            <a:ext cx="18313403" cy="793499"/>
            <a:chOff x="0" y="0"/>
            <a:chExt cx="24417871" cy="10579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1058037"/>
            </a:xfrm>
            <a:custGeom>
              <a:avLst/>
              <a:gdLst/>
              <a:ahLst/>
              <a:cxnLst/>
              <a:rect r="r" b="b" t="t" l="l"/>
              <a:pathLst>
                <a:path h="1058037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1058037"/>
                  </a:lnTo>
                  <a:lnTo>
                    <a:pt x="0" y="1058037"/>
                  </a:lnTo>
                  <a:close/>
                </a:path>
              </a:pathLst>
            </a:custGeom>
            <a:solidFill>
              <a:srgbClr val="00B4D8"/>
            </a:solidFill>
            <a:ln w="25400" cap="sq">
              <a:solidFill>
                <a:srgbClr val="00B4D8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732088"/>
            <a:ext cx="18313403" cy="6822824"/>
            <a:chOff x="0" y="0"/>
            <a:chExt cx="24417871" cy="909709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17910" cy="9097137"/>
            </a:xfrm>
            <a:custGeom>
              <a:avLst/>
              <a:gdLst/>
              <a:ahLst/>
              <a:cxnLst/>
              <a:rect r="r" b="b" t="t" l="l"/>
              <a:pathLst>
                <a:path h="9097137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9097137"/>
                  </a:lnTo>
                  <a:lnTo>
                    <a:pt x="0" y="9097137"/>
                  </a:lnTo>
                  <a:close/>
                </a:path>
              </a:pathLst>
            </a:custGeom>
            <a:solidFill>
              <a:srgbClr val="00B4D8"/>
            </a:solidFill>
            <a:ln w="25400" cap="sq">
              <a:solidFill>
                <a:srgbClr val="00B4D8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-25403" y="0"/>
            <a:ext cx="18313403" cy="793499"/>
            <a:chOff x="0" y="0"/>
            <a:chExt cx="24417871" cy="105799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17910" cy="1058037"/>
            </a:xfrm>
            <a:custGeom>
              <a:avLst/>
              <a:gdLst/>
              <a:ahLst/>
              <a:cxnLst/>
              <a:rect r="r" b="b" t="t" l="l"/>
              <a:pathLst>
                <a:path h="1058037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1058037"/>
                  </a:lnTo>
                  <a:lnTo>
                    <a:pt x="0" y="1058037"/>
                  </a:lnTo>
                  <a:close/>
                </a:path>
              </a:pathLst>
            </a:custGeom>
            <a:solidFill>
              <a:srgbClr val="00B4D8"/>
            </a:solidFill>
            <a:ln w="25400" cap="sq">
              <a:solidFill>
                <a:srgbClr val="00B4D8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2101260" y="3661510"/>
            <a:ext cx="14110884" cy="3792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896"/>
              </a:lnSpc>
            </a:pPr>
            <a:r>
              <a:rPr lang="en-US" sz="18779" spc="-3755">
                <a:solidFill>
                  <a:srgbClr val="354EA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</a:t>
            </a:r>
          </a:p>
          <a:p>
            <a:pPr algn="ctr">
              <a:lnSpc>
                <a:spcPts val="13896"/>
              </a:lnSpc>
            </a:pPr>
            <a:r>
              <a:rPr lang="en-US" sz="18779" spc="-3755">
                <a:solidFill>
                  <a:srgbClr val="354EAB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DAHL4MBCAyQ</dc:identifier>
  <dcterms:modified xsi:type="dcterms:W3CDTF">2011-08-01T06:04:30Z</dcterms:modified>
  <cp:revision>1</cp:revision>
  <dc:title>ExaminationPortal.pptx</dc:title>
</cp:coreProperties>
</file>